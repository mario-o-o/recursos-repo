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Helvetica Neue"/>
      <p:regular r:id="rId29"/>
      <p:bold r:id="rId30"/>
      <p:italic r:id="rId31"/>
      <p:boldItalic r:id="rId32"/>
    </p:embeddedFont>
    <p:embeddedFont>
      <p:font typeface="Ropa Sans"/>
      <p:regular r:id="rId33"/>
      <p:italic r:id="rId34"/>
    </p:embeddedFont>
    <p:embeddedFont>
      <p:font typeface="Encode Sans Condensed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649">
          <p15:clr>
            <a:srgbClr val="747775"/>
          </p15:clr>
        </p15:guide>
        <p15:guide id="2" orient="horz" pos="136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49"/>
        <p:guide pos="136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italic.fntdata"/><Relationship Id="rId3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33" Type="http://schemas.openxmlformats.org/officeDocument/2006/relationships/font" Target="fonts/RopaSans-regular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35" Type="http://schemas.openxmlformats.org/officeDocument/2006/relationships/font" Target="fonts/EncodeSansCondensed-regular.fntdata"/><Relationship Id="rId12" Type="http://schemas.openxmlformats.org/officeDocument/2006/relationships/slide" Target="slides/slide7.xml"/><Relationship Id="rId34" Type="http://schemas.openxmlformats.org/officeDocument/2006/relationships/font" Target="fonts/Ropa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EncodeSansCondense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ab801b6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ab801b6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ab801b6d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ab801b6d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Onboarding aproximación y visión IA, qué visión tenemos sobre los casos de uso. A la PPT general.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b801b6d3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b801b6d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Onboarding aproximación y visión IA, qué visión tenemos sobre los casos de uso. A la PPT general.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ab801b6d3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ab801b6d3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Onboarding aproximación y visión IA, qué visión tenemos sobre los casos de uso. A la PPT general.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ba6b84f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ba6b84f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Onboarding aproximación y visión IA, qué visión tenemos sobre los casos de uso. A la PPT general.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b801b6d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b801b6d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ab801b6d3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ab801b6d3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12ea00c1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12ea00c1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ab801b6d3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ab801b6d3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13dd474b2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13dd474b2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98c1c9048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98c1c904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13dd474b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913dd474b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98c1c9048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b98c1c9048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ab801b6d3_1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aab801b6d3_1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98c1c904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b98c1c904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b98c1c9048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b98c1c9048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b98c1c9048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b98c1c9048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b98c1c9048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b98c1c9048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913dd474b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913dd474b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b98c1c9048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b98c1c9048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b98c1c9048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b98c1c9048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b98c1c9048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b98c1c9048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dolores y cómo lo resolvimos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b98c1c9048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b98c1c9048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034025" y="1582075"/>
            <a:ext cx="4924800" cy="3369600"/>
          </a:xfrm>
          <a:prstGeom prst="roundRect">
            <a:avLst>
              <a:gd fmla="val 597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41450" y="223950"/>
            <a:ext cx="3560100" cy="4727700"/>
          </a:xfrm>
          <a:prstGeom prst="roundRect">
            <a:avLst>
              <a:gd fmla="val 5977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4034025" y="223950"/>
            <a:ext cx="4924800" cy="1177500"/>
          </a:xfrm>
          <a:prstGeom prst="roundRect">
            <a:avLst>
              <a:gd fmla="val 18906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 amt="16000"/>
          </a:blip>
          <a:srcRect b="47873" l="43209" r="1124" t="-4453"/>
          <a:stretch/>
        </p:blipFill>
        <p:spPr>
          <a:xfrm rot="10800000">
            <a:off x="5514225" y="1582000"/>
            <a:ext cx="3444600" cy="2584800"/>
          </a:xfrm>
          <a:prstGeom prst="roundRect">
            <a:avLst>
              <a:gd fmla="val 8416" name="adj"/>
            </a:avLst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299950" y="3350042"/>
            <a:ext cx="4414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2200">
                <a:solidFill>
                  <a:srgbClr val="FFFFFF"/>
                </a:solidFill>
                <a:latin typeface="Ropa Sans"/>
                <a:ea typeface="Ropa Sans"/>
                <a:cs typeface="Ropa Sans"/>
                <a:sym typeface="Ropa Sans"/>
              </a:rPr>
              <a:t>Banners Davicom</a:t>
            </a:r>
            <a:endParaRPr b="1" sz="2200">
              <a:solidFill>
                <a:srgbClr val="FFFFFF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299950" y="3839226"/>
            <a:ext cx="4138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3300">
                <a:solidFill>
                  <a:srgbClr val="FFFFFF"/>
                </a:solidFill>
                <a:latin typeface="Ropa Sans"/>
                <a:ea typeface="Ropa Sans"/>
                <a:cs typeface="Ropa Sans"/>
                <a:sym typeface="Ropa Sans"/>
              </a:rPr>
              <a:t>Usos y experiencia</a:t>
            </a:r>
            <a:endParaRPr sz="3300">
              <a:solidFill>
                <a:srgbClr val="FFFFFF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7550" y="2679974"/>
            <a:ext cx="943875" cy="801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3"/>
          <p:cNvCxnSpPr/>
          <p:nvPr/>
        </p:nvCxnSpPr>
        <p:spPr>
          <a:xfrm>
            <a:off x="4350850" y="3902671"/>
            <a:ext cx="4116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3"/>
          <p:cNvSpPr txBox="1"/>
          <p:nvPr/>
        </p:nvSpPr>
        <p:spPr>
          <a:xfrm>
            <a:off x="4299950" y="4335526"/>
            <a:ext cx="41388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 sz="1800">
                <a:solidFill>
                  <a:srgbClr val="FFFFFF"/>
                </a:solidFill>
                <a:latin typeface="Ropa Sans"/>
                <a:ea typeface="Ropa Sans"/>
                <a:cs typeface="Ropa Sans"/>
                <a:sym typeface="Ropa Sans"/>
              </a:rPr>
              <a:t>xxx</a:t>
            </a:r>
            <a:endParaRPr i="1" sz="1800">
              <a:solidFill>
                <a:srgbClr val="FFFFFF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4415674" y="201900"/>
            <a:ext cx="4470600" cy="4729800"/>
          </a:xfrm>
          <a:prstGeom prst="roundRect">
            <a:avLst>
              <a:gd fmla="val 3709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8" name="Google Shape;68;p14"/>
          <p:cNvSpPr/>
          <p:nvPr/>
        </p:nvSpPr>
        <p:spPr>
          <a:xfrm>
            <a:off x="238575" y="211800"/>
            <a:ext cx="4025400" cy="4729800"/>
          </a:xfrm>
          <a:prstGeom prst="roundRect">
            <a:avLst>
              <a:gd fmla="val 4726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5520475" y="1782700"/>
            <a:ext cx="3062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Contexto</a:t>
            </a:r>
            <a:endParaRPr b="1" i="1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520464" y="2326875"/>
            <a:ext cx="348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</a:t>
            </a:r>
            <a:endParaRPr b="1"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088601" y="1273925"/>
            <a:ext cx="349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Tipos de banner</a:t>
            </a:r>
            <a:endParaRPr b="1"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5131369" y="1800405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A</a:t>
            </a:r>
            <a:endParaRPr sz="1000"/>
          </a:p>
        </p:txBody>
      </p:sp>
      <p:sp>
        <p:nvSpPr>
          <p:cNvPr id="73" name="Google Shape;73;p14"/>
          <p:cNvSpPr/>
          <p:nvPr/>
        </p:nvSpPr>
        <p:spPr>
          <a:xfrm>
            <a:off x="4699506" y="1273914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1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5520463" y="2871025"/>
            <a:ext cx="348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Anatomía</a:t>
            </a:r>
            <a:endParaRPr b="1"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131369" y="2344555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B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586925" y="1995738"/>
            <a:ext cx="29727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rgbClr val="D1302B"/>
                </a:solidFill>
                <a:latin typeface="Ropa Sans"/>
                <a:ea typeface="Ropa Sans"/>
                <a:cs typeface="Ropa Sans"/>
                <a:sym typeface="Ropa Sans"/>
              </a:rPr>
              <a:t>Agenda</a:t>
            </a:r>
            <a:endParaRPr b="1" sz="3800">
              <a:solidFill>
                <a:srgbClr val="D1302B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520463" y="3438988"/>
            <a:ext cx="348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Do’s y dont’s</a:t>
            </a:r>
            <a:endParaRPr b="1"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131369" y="2912518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C</a:t>
            </a:r>
            <a:endParaRPr sz="1000"/>
          </a:p>
        </p:txBody>
      </p:sp>
      <p:sp>
        <p:nvSpPr>
          <p:cNvPr id="79" name="Google Shape;79;p14"/>
          <p:cNvSpPr/>
          <p:nvPr/>
        </p:nvSpPr>
        <p:spPr>
          <a:xfrm>
            <a:off x="5131369" y="3480468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D</a:t>
            </a:r>
            <a:endParaRPr sz="1200"/>
          </a:p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8224625" y="440375"/>
            <a:ext cx="442638" cy="3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3054625" y="201900"/>
            <a:ext cx="5831700" cy="4729800"/>
          </a:xfrm>
          <a:prstGeom prst="roundRect">
            <a:avLst>
              <a:gd fmla="val 3709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6" name="Google Shape;86;p15"/>
          <p:cNvSpPr/>
          <p:nvPr/>
        </p:nvSpPr>
        <p:spPr>
          <a:xfrm>
            <a:off x="238575" y="211800"/>
            <a:ext cx="2669700" cy="4729800"/>
          </a:xfrm>
          <a:prstGeom prst="roundRect">
            <a:avLst>
              <a:gd fmla="val 4726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86925" y="1995750"/>
            <a:ext cx="19971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rgbClr val="D1302B"/>
                </a:solidFill>
                <a:latin typeface="Ropa Sans"/>
                <a:ea typeface="Ropa Sans"/>
                <a:cs typeface="Ropa Sans"/>
                <a:sym typeface="Ropa Sans"/>
              </a:rPr>
              <a:t>Tipos</a:t>
            </a:r>
            <a:endParaRPr b="1" sz="3800">
              <a:solidFill>
                <a:srgbClr val="D1302B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8224625" y="440375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4045439" y="1532225"/>
            <a:ext cx="348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Hero Banner</a:t>
            </a:r>
            <a:endParaRPr b="1"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656344" y="1532205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A</a:t>
            </a:r>
            <a:endParaRPr sz="1000"/>
          </a:p>
        </p:txBody>
      </p:sp>
      <p:sp>
        <p:nvSpPr>
          <p:cNvPr id="91" name="Google Shape;91;p15"/>
          <p:cNvSpPr txBox="1"/>
          <p:nvPr/>
        </p:nvSpPr>
        <p:spPr>
          <a:xfrm>
            <a:off x="4045438" y="2076375"/>
            <a:ext cx="348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Banner Medium</a:t>
            </a:r>
            <a:endParaRPr b="1"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3656344" y="2076355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B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4045438" y="2644338"/>
            <a:ext cx="348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Banner Small</a:t>
            </a:r>
            <a:endParaRPr b="1"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3656344" y="2644318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C</a:t>
            </a:r>
            <a:endParaRPr sz="1000"/>
          </a:p>
        </p:txBody>
      </p:sp>
      <p:sp>
        <p:nvSpPr>
          <p:cNvPr id="95" name="Google Shape;95;p15"/>
          <p:cNvSpPr txBox="1"/>
          <p:nvPr/>
        </p:nvSpPr>
        <p:spPr>
          <a:xfrm>
            <a:off x="4045438" y="3212288"/>
            <a:ext cx="348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Mini Banner</a:t>
            </a:r>
            <a:endParaRPr b="1"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3656344" y="3212268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D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3054625" y="201900"/>
            <a:ext cx="5831700" cy="4729800"/>
          </a:xfrm>
          <a:prstGeom prst="roundRect">
            <a:avLst>
              <a:gd fmla="val 3709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2" name="Google Shape;102;p16"/>
          <p:cNvSpPr/>
          <p:nvPr/>
        </p:nvSpPr>
        <p:spPr>
          <a:xfrm>
            <a:off x="238575" y="211800"/>
            <a:ext cx="2669700" cy="4729800"/>
          </a:xfrm>
          <a:prstGeom prst="roundRect">
            <a:avLst>
              <a:gd fmla="val 4726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397825" y="1680375"/>
            <a:ext cx="19971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rgbClr val="D1302B"/>
                </a:solidFill>
                <a:latin typeface="Ropa Sans"/>
                <a:ea typeface="Ropa Sans"/>
                <a:cs typeface="Ropa Sans"/>
                <a:sym typeface="Ropa Sans"/>
              </a:rPr>
              <a:t>Contexto</a:t>
            </a:r>
            <a:endParaRPr b="1" sz="3800">
              <a:solidFill>
                <a:srgbClr val="D1302B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457550" y="1530400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397825" y="2581425"/>
            <a:ext cx="23898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Definición de la convivencia entre los diferentes tipos de banners del portal e instancias en las que aparecen.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4267150" y="1076050"/>
            <a:ext cx="12087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Hero Banner: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791456" y="1034539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1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4267150" y="1973750"/>
            <a:ext cx="120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Banner medium: 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3791443" y="1973733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2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4267150" y="2588675"/>
            <a:ext cx="120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Banner Small: 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791443" y="2626464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3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4267150" y="3243575"/>
            <a:ext cx="12087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Mini Banner: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791456" y="3243564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4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362523" y="10345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Página principal (Home)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Home de producto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Producto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362523" y="2022514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Todas las páginas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362523" y="2633039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Todas las páginas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362523" y="3252549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Página principal (Home)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Home de producto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Producto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3054625" y="201900"/>
            <a:ext cx="5831700" cy="4729800"/>
          </a:xfrm>
          <a:prstGeom prst="roundRect">
            <a:avLst>
              <a:gd fmla="val 3709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3" name="Google Shape;123;p17"/>
          <p:cNvSpPr/>
          <p:nvPr/>
        </p:nvSpPr>
        <p:spPr>
          <a:xfrm>
            <a:off x="238575" y="211800"/>
            <a:ext cx="2669700" cy="4729800"/>
          </a:xfrm>
          <a:prstGeom prst="roundRect">
            <a:avLst>
              <a:gd fmla="val 4726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397825" y="1995175"/>
            <a:ext cx="24114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400">
                <a:solidFill>
                  <a:srgbClr val="D1302B"/>
                </a:solidFill>
                <a:latin typeface="Ropa Sans"/>
                <a:ea typeface="Ropa Sans"/>
                <a:cs typeface="Ropa Sans"/>
                <a:sym typeface="Ropa Sans"/>
              </a:rPr>
              <a:t>Definiciones Transversales</a:t>
            </a:r>
            <a:endParaRPr b="1" sz="3300">
              <a:solidFill>
                <a:srgbClr val="D1302B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457550" y="1530400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3791456" y="583918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1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3791443" y="1453458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2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3791443" y="2457277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3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3791456" y="3166414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4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3791443" y="4157864"/>
            <a:ext cx="389100" cy="3891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94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94E56"/>
                </a:solidFill>
                <a:latin typeface="Ropa Sans"/>
                <a:ea typeface="Ropa Sans"/>
                <a:cs typeface="Ropa Sans"/>
                <a:sym typeface="Ropa Sans"/>
              </a:rPr>
              <a:t>5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4321225" y="431525"/>
            <a:ext cx="34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</a:t>
            </a: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 las imágenes tienen texto de valor para el usuario (datos o fechas), se debe incluir texto alternativo por accesibilidad</a:t>
            </a: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.</a:t>
            </a:r>
            <a:endParaRPr sz="1200"/>
          </a:p>
        </p:txBody>
      </p:sp>
      <p:sp>
        <p:nvSpPr>
          <p:cNvPr id="132" name="Google Shape;132;p17"/>
          <p:cNvSpPr txBox="1"/>
          <p:nvPr/>
        </p:nvSpPr>
        <p:spPr>
          <a:xfrm>
            <a:off x="4321225" y="1226625"/>
            <a:ext cx="3412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Reglas de redireccionamiento de Urls: 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Interna (dentro del mismo davicom): debe abrirse en la misma pestaña (self).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Externo (otras páginas o PDFs): debe abrir en una nueva ventana (blank).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4321225" y="2412189"/>
            <a:ext cx="341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Se debe respetar el contraste y la sinergia de fondo, no se deben emplear 2 veces seguidas el mismo color.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321225" y="3166413"/>
            <a:ext cx="341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Las URls deben ser limpias y dicientes sobre su contenido. Ej. Si un documento se llama  Derechos y obligaciones clientes fiduciaria, la  URL debería quedar: derechos-y-clientes-fiduciaria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4321225" y="4167750"/>
            <a:ext cx="341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Operaciones brindar</a:t>
            </a: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 apoyo con el paso a producción una vez se les asigne usuarios.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0672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Hero Banner </a:t>
            </a:r>
            <a:r>
              <a:rPr i="1" lang="es" sz="1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(Banner principal)</a:t>
            </a: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  </a:t>
            </a:r>
            <a:r>
              <a:rPr b="1" lang="es" sz="20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(EST - Banner Principal en el CMS)</a:t>
            </a:r>
            <a:endParaRPr sz="20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405419" y="866800"/>
            <a:ext cx="2025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</a:t>
            </a: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341750" y="1093867"/>
            <a:ext cx="2239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Banner principal de la página web, visual de home de producto y visual de producto.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Se usa para destacar la campaña más importante del banco definida por mercadeo.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00025" y="3164813"/>
            <a:ext cx="1983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Partes</a:t>
            </a: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662675" y="3472224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662675" y="3750660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62675" y="4018773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62675" y="4283963"/>
            <a:ext cx="182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CTA (Botón): 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Solo cambia el label.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152" name="Google Shape;152;p18"/>
          <p:cNvGrpSpPr/>
          <p:nvPr/>
        </p:nvGrpSpPr>
        <p:grpSpPr>
          <a:xfrm>
            <a:off x="500026" y="3581094"/>
            <a:ext cx="162638" cy="162600"/>
            <a:chOff x="3230576" y="1619106"/>
            <a:chExt cx="162638" cy="162600"/>
          </a:xfrm>
        </p:grpSpPr>
        <p:sp>
          <p:nvSpPr>
            <p:cNvPr id="153" name="Google Shape;153;p1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500026" y="3854006"/>
            <a:ext cx="162638" cy="162600"/>
            <a:chOff x="3230576" y="1619106"/>
            <a:chExt cx="162638" cy="162600"/>
          </a:xfrm>
        </p:grpSpPr>
        <p:sp>
          <p:nvSpPr>
            <p:cNvPr id="156" name="Google Shape;156;p1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500026" y="4122118"/>
            <a:ext cx="162638" cy="162600"/>
            <a:chOff x="3230576" y="1619106"/>
            <a:chExt cx="162638" cy="162600"/>
          </a:xfrm>
        </p:grpSpPr>
        <p:sp>
          <p:nvSpPr>
            <p:cNvPr id="159" name="Google Shape;159;p1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500026" y="4387308"/>
            <a:ext cx="162638" cy="162600"/>
            <a:chOff x="3230576" y="1619106"/>
            <a:chExt cx="162638" cy="162600"/>
          </a:xfrm>
        </p:grpSpPr>
        <p:sp>
          <p:nvSpPr>
            <p:cNvPr id="162" name="Google Shape;162;p1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164" name="Google Shape;164;p18"/>
          <p:cNvSpPr/>
          <p:nvPr/>
        </p:nvSpPr>
        <p:spPr>
          <a:xfrm>
            <a:off x="1757013" y="3581099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757013" y="3853999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757013" y="4126899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78200" y="2586261"/>
            <a:ext cx="2202900" cy="5859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378200" y="2555202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378199" y="2710437"/>
            <a:ext cx="21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Su posición es absoluta, sólo se puede ubicar en el primer módulo de la visual.</a:t>
            </a:r>
            <a:endParaRPr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790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8" title="Captura de pantalla 2025-11-28 a la(s) 9.48.29 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3921" y="1325963"/>
            <a:ext cx="1545000" cy="3396900"/>
          </a:xfrm>
          <a:prstGeom prst="roundRect">
            <a:avLst>
              <a:gd fmla="val 7541" name="adj"/>
            </a:avLst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7008472" y="1755506"/>
            <a:ext cx="1462800" cy="2772600"/>
          </a:xfrm>
          <a:prstGeom prst="roundRect">
            <a:avLst>
              <a:gd fmla="val 9811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pic>
        <p:nvPicPr>
          <p:cNvPr id="173" name="Google Shape;173;p18" title="Captura de pantalla 2025-11-28 a la(s) 9.47.34 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3980" y="1326457"/>
            <a:ext cx="3442200" cy="3255900"/>
          </a:xfrm>
          <a:prstGeom prst="roundRect">
            <a:avLst>
              <a:gd fmla="val 2588" name="adj"/>
            </a:avLst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3432514" y="1726989"/>
            <a:ext cx="3337500" cy="1550400"/>
          </a:xfrm>
          <a:prstGeom prst="roundRect">
            <a:avLst>
              <a:gd fmla="val 8289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sp>
        <p:nvSpPr>
          <p:cNvPr id="175" name="Google Shape;175;p18"/>
          <p:cNvSpPr txBox="1"/>
          <p:nvPr/>
        </p:nvSpPr>
        <p:spPr>
          <a:xfrm>
            <a:off x="3373975" y="884325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 sz="1437">
              <a:solidFill>
                <a:srgbClr val="666666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963924" y="884325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 sz="1437">
              <a:solidFill>
                <a:srgbClr val="666666"/>
              </a:solidFill>
            </a:endParaRPr>
          </a:p>
        </p:txBody>
      </p:sp>
      <p:cxnSp>
        <p:nvCxnSpPr>
          <p:cNvPr id="177" name="Google Shape;177;p18"/>
          <p:cNvCxnSpPr>
            <a:stCxn id="178" idx="3"/>
          </p:cNvCxnSpPr>
          <p:nvPr/>
        </p:nvCxnSpPr>
        <p:spPr>
          <a:xfrm>
            <a:off x="3049596" y="2197632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79" name="Google Shape;179;p18"/>
          <p:cNvGrpSpPr/>
          <p:nvPr/>
        </p:nvGrpSpPr>
        <p:grpSpPr>
          <a:xfrm>
            <a:off x="2870922" y="2108315"/>
            <a:ext cx="178674" cy="178632"/>
            <a:chOff x="3230576" y="1619106"/>
            <a:chExt cx="162638" cy="162600"/>
          </a:xfrm>
        </p:grpSpPr>
        <p:sp>
          <p:nvSpPr>
            <p:cNvPr id="180" name="Google Shape;180;p1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181" name="Google Shape;181;p18"/>
          <p:cNvCxnSpPr>
            <a:stCxn id="182" idx="3"/>
          </p:cNvCxnSpPr>
          <p:nvPr/>
        </p:nvCxnSpPr>
        <p:spPr>
          <a:xfrm>
            <a:off x="3049596" y="2600618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83" name="Google Shape;183;p18"/>
          <p:cNvGrpSpPr/>
          <p:nvPr/>
        </p:nvGrpSpPr>
        <p:grpSpPr>
          <a:xfrm>
            <a:off x="2870922" y="2511302"/>
            <a:ext cx="178674" cy="178632"/>
            <a:chOff x="3230576" y="1619106"/>
            <a:chExt cx="162638" cy="162600"/>
          </a:xfrm>
        </p:grpSpPr>
        <p:sp>
          <p:nvSpPr>
            <p:cNvPr id="184" name="Google Shape;184;p1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185" name="Google Shape;185;p18"/>
          <p:cNvCxnSpPr>
            <a:stCxn id="186" idx="3"/>
          </p:cNvCxnSpPr>
          <p:nvPr/>
        </p:nvCxnSpPr>
        <p:spPr>
          <a:xfrm>
            <a:off x="3049596" y="2869272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87" name="Google Shape;187;p18"/>
          <p:cNvGrpSpPr/>
          <p:nvPr/>
        </p:nvGrpSpPr>
        <p:grpSpPr>
          <a:xfrm>
            <a:off x="2870922" y="2779955"/>
            <a:ext cx="178674" cy="178632"/>
            <a:chOff x="3230576" y="1619106"/>
            <a:chExt cx="162638" cy="162600"/>
          </a:xfrm>
        </p:grpSpPr>
        <p:sp>
          <p:nvSpPr>
            <p:cNvPr id="188" name="Google Shape;188;p1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189" name="Google Shape;189;p18"/>
          <p:cNvCxnSpPr>
            <a:stCxn id="190" idx="3"/>
          </p:cNvCxnSpPr>
          <p:nvPr/>
        </p:nvCxnSpPr>
        <p:spPr>
          <a:xfrm>
            <a:off x="3049596" y="1950596"/>
            <a:ext cx="22407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91" name="Google Shape;191;p18"/>
          <p:cNvGrpSpPr/>
          <p:nvPr/>
        </p:nvGrpSpPr>
        <p:grpSpPr>
          <a:xfrm>
            <a:off x="2870922" y="1861280"/>
            <a:ext cx="178674" cy="178632"/>
            <a:chOff x="3230576" y="1619106"/>
            <a:chExt cx="162638" cy="162600"/>
          </a:xfrm>
        </p:grpSpPr>
        <p:sp>
          <p:nvSpPr>
            <p:cNvPr id="192" name="Google Shape;192;p1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2790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19" title="Captura de pantalla 2025-11-28 a la(s) 9.48.29 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3921" y="1325963"/>
            <a:ext cx="1545000" cy="3396900"/>
          </a:xfrm>
          <a:prstGeom prst="roundRect">
            <a:avLst>
              <a:gd fmla="val 7541" name="adj"/>
            </a:avLst>
          </a:prstGeom>
          <a:noFill/>
          <a:ln>
            <a:noFill/>
          </a:ln>
        </p:spPr>
      </p:pic>
      <p:sp>
        <p:nvSpPr>
          <p:cNvPr id="199" name="Google Shape;199;p19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0672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Hero Banner </a:t>
            </a:r>
            <a:r>
              <a:rPr i="1" lang="es" sz="1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(Banner principal)</a:t>
            </a: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endParaRPr sz="26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4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Anatomía</a:t>
            </a: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621175" y="1093875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 Hero image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7034625" y="3248250"/>
            <a:ext cx="1389300" cy="1214400"/>
          </a:xfrm>
          <a:prstGeom prst="roundRect">
            <a:avLst>
              <a:gd fmla="val 9811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pic>
        <p:nvPicPr>
          <p:cNvPr id="207" name="Google Shape;207;p19" title="Captura de pantalla 2025-11-28 a la(s) 9.47.34 a.m..png"/>
          <p:cNvPicPr preferRelativeResize="0"/>
          <p:nvPr/>
        </p:nvPicPr>
        <p:blipFill rotWithShape="1">
          <a:blip r:embed="rId5">
            <a:alphaModFix/>
          </a:blip>
          <a:srcRect b="40972" l="0" r="0" t="0"/>
          <a:stretch/>
        </p:blipFill>
        <p:spPr>
          <a:xfrm>
            <a:off x="3373975" y="1326453"/>
            <a:ext cx="3442200" cy="1921800"/>
          </a:xfrm>
          <a:prstGeom prst="roundRect">
            <a:avLst>
              <a:gd fmla="val 2588" name="adj"/>
            </a:avLst>
          </a:prstGeom>
          <a:noFill/>
          <a:ln>
            <a:noFill/>
          </a:ln>
        </p:spPr>
      </p:pic>
      <p:sp>
        <p:nvSpPr>
          <p:cNvPr id="208" name="Google Shape;208;p19"/>
          <p:cNvSpPr/>
          <p:nvPr/>
        </p:nvSpPr>
        <p:spPr>
          <a:xfrm>
            <a:off x="5133625" y="1845175"/>
            <a:ext cx="1595700" cy="1231500"/>
          </a:xfrm>
          <a:prstGeom prst="roundRect">
            <a:avLst>
              <a:gd fmla="val 3067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sp>
        <p:nvSpPr>
          <p:cNvPr id="209" name="Google Shape;209;p19"/>
          <p:cNvSpPr txBox="1"/>
          <p:nvPr/>
        </p:nvSpPr>
        <p:spPr>
          <a:xfrm>
            <a:off x="3373975" y="884325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 sz="1437">
              <a:solidFill>
                <a:srgbClr val="666666"/>
              </a:solidFill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963924" y="884325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 sz="1437">
              <a:solidFill>
                <a:srgbClr val="666666"/>
              </a:solidFill>
            </a:endParaRPr>
          </a:p>
        </p:txBody>
      </p:sp>
      <p:cxnSp>
        <p:nvCxnSpPr>
          <p:cNvPr id="211" name="Google Shape;211;p19"/>
          <p:cNvCxnSpPr>
            <a:stCxn id="212" idx="3"/>
          </p:cNvCxnSpPr>
          <p:nvPr/>
        </p:nvCxnSpPr>
        <p:spPr>
          <a:xfrm>
            <a:off x="3049596" y="2197632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13" name="Google Shape;213;p19"/>
          <p:cNvGrpSpPr/>
          <p:nvPr/>
        </p:nvGrpSpPr>
        <p:grpSpPr>
          <a:xfrm>
            <a:off x="2870922" y="2108315"/>
            <a:ext cx="178674" cy="178632"/>
            <a:chOff x="3230576" y="1619106"/>
            <a:chExt cx="162638" cy="162600"/>
          </a:xfrm>
        </p:grpSpPr>
        <p:sp>
          <p:nvSpPr>
            <p:cNvPr id="214" name="Google Shape;214;p1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215" name="Google Shape;215;p19"/>
          <p:cNvCxnSpPr>
            <a:stCxn id="216" idx="3"/>
          </p:cNvCxnSpPr>
          <p:nvPr/>
        </p:nvCxnSpPr>
        <p:spPr>
          <a:xfrm>
            <a:off x="3049596" y="2600618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17" name="Google Shape;217;p19"/>
          <p:cNvGrpSpPr/>
          <p:nvPr/>
        </p:nvGrpSpPr>
        <p:grpSpPr>
          <a:xfrm>
            <a:off x="2870922" y="2511302"/>
            <a:ext cx="178674" cy="178632"/>
            <a:chOff x="3230576" y="1619106"/>
            <a:chExt cx="162638" cy="162600"/>
          </a:xfrm>
        </p:grpSpPr>
        <p:sp>
          <p:nvSpPr>
            <p:cNvPr id="218" name="Google Shape;218;p1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219" name="Google Shape;219;p19"/>
          <p:cNvCxnSpPr>
            <a:stCxn id="220" idx="3"/>
          </p:cNvCxnSpPr>
          <p:nvPr/>
        </p:nvCxnSpPr>
        <p:spPr>
          <a:xfrm>
            <a:off x="3049596" y="2869272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21" name="Google Shape;221;p19"/>
          <p:cNvGrpSpPr/>
          <p:nvPr/>
        </p:nvGrpSpPr>
        <p:grpSpPr>
          <a:xfrm>
            <a:off x="2870922" y="2779955"/>
            <a:ext cx="178674" cy="178632"/>
            <a:chOff x="3230576" y="1619106"/>
            <a:chExt cx="162638" cy="162600"/>
          </a:xfrm>
        </p:grpSpPr>
        <p:sp>
          <p:nvSpPr>
            <p:cNvPr id="222" name="Google Shape;222;p1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223" name="Google Shape;223;p19"/>
          <p:cNvCxnSpPr>
            <a:stCxn id="224" idx="3"/>
          </p:cNvCxnSpPr>
          <p:nvPr/>
        </p:nvCxnSpPr>
        <p:spPr>
          <a:xfrm>
            <a:off x="3049596" y="1950596"/>
            <a:ext cx="22407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25" name="Google Shape;225;p19"/>
          <p:cNvGrpSpPr/>
          <p:nvPr/>
        </p:nvGrpSpPr>
        <p:grpSpPr>
          <a:xfrm>
            <a:off x="2870922" y="1861280"/>
            <a:ext cx="178674" cy="178632"/>
            <a:chOff x="3230576" y="1619106"/>
            <a:chExt cx="162638" cy="162600"/>
          </a:xfrm>
        </p:grpSpPr>
        <p:sp>
          <p:nvSpPr>
            <p:cNvPr id="226" name="Google Shape;226;p1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227" name="Google Shape;227;p19"/>
          <p:cNvSpPr/>
          <p:nvPr/>
        </p:nvSpPr>
        <p:spPr>
          <a:xfrm>
            <a:off x="378200" y="4016409"/>
            <a:ext cx="2202900" cy="7782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378200" y="3952759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378199" y="4107994"/>
            <a:ext cx="218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Para el título aplica el máximo de 50 caracteres cuando son campañas. No aplica para nombres de producto y al ser </a:t>
            </a: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el</a:t>
            </a: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 H1 debe tener palabras clave.</a:t>
            </a:r>
            <a:endParaRPr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230" name="Google Shape;230;p19"/>
          <p:cNvPicPr preferRelativeResize="0"/>
          <p:nvPr/>
        </p:nvPicPr>
        <p:blipFill>
          <a:blip r:embed="rId6">
            <a:alphaModFix amt="46000"/>
          </a:blip>
          <a:stretch>
            <a:fillRect/>
          </a:stretch>
        </p:blipFill>
        <p:spPr>
          <a:xfrm>
            <a:off x="442500" y="915200"/>
            <a:ext cx="178675" cy="17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19"/>
          <p:cNvGrpSpPr/>
          <p:nvPr/>
        </p:nvGrpSpPr>
        <p:grpSpPr>
          <a:xfrm>
            <a:off x="442497" y="1186189"/>
            <a:ext cx="178674" cy="178632"/>
            <a:chOff x="3230576" y="1619106"/>
            <a:chExt cx="162638" cy="162600"/>
          </a:xfrm>
        </p:grpSpPr>
        <p:sp>
          <p:nvSpPr>
            <p:cNvPr id="232" name="Google Shape;232;p1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233" name="Google Shape;233;p1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234" name="Google Shape;234;p19"/>
          <p:cNvSpPr txBox="1"/>
          <p:nvPr/>
        </p:nvSpPr>
        <p:spPr>
          <a:xfrm>
            <a:off x="621175" y="1315001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(328 px X 253 px)</a:t>
            </a:r>
            <a:endParaRPr i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(984 px X 759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621175" y="1836751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(560 px X 432 px)</a:t>
            </a:r>
            <a:endParaRPr i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(1680 px X 1296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21175" y="2358450"/>
            <a:ext cx="192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Formato de exportación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:  WEBP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Peso 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áx: 100k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621175" y="2705406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</a:t>
            </a: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Hero image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238" name="Google Shape;238;p19"/>
          <p:cNvGrpSpPr/>
          <p:nvPr/>
        </p:nvGrpSpPr>
        <p:grpSpPr>
          <a:xfrm>
            <a:off x="442497" y="2797721"/>
            <a:ext cx="178674" cy="178632"/>
            <a:chOff x="3230576" y="1619106"/>
            <a:chExt cx="162638" cy="162600"/>
          </a:xfrm>
        </p:grpSpPr>
        <p:sp>
          <p:nvSpPr>
            <p:cNvPr id="239" name="Google Shape;239;p1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241" name="Google Shape;241;p19"/>
          <p:cNvSpPr txBox="1"/>
          <p:nvPr/>
        </p:nvSpPr>
        <p:spPr>
          <a:xfrm>
            <a:off x="621175" y="2893582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50 (máx 3 líneas)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621175" y="3136656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</a:t>
            </a: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Hero image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243" name="Google Shape;243;p19"/>
          <p:cNvGrpSpPr/>
          <p:nvPr/>
        </p:nvGrpSpPr>
        <p:grpSpPr>
          <a:xfrm>
            <a:off x="442497" y="3228971"/>
            <a:ext cx="178674" cy="178632"/>
            <a:chOff x="3230576" y="1619106"/>
            <a:chExt cx="162638" cy="162600"/>
          </a:xfrm>
        </p:grpSpPr>
        <p:sp>
          <p:nvSpPr>
            <p:cNvPr id="244" name="Google Shape;244;p1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246" name="Google Shape;246;p19"/>
          <p:cNvSpPr txBox="1"/>
          <p:nvPr/>
        </p:nvSpPr>
        <p:spPr>
          <a:xfrm>
            <a:off x="621175" y="3324832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150 (m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x)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621175" y="3550481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CTA</a:t>
            </a: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Hero image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248" name="Google Shape;248;p19"/>
          <p:cNvGrpSpPr/>
          <p:nvPr/>
        </p:nvGrpSpPr>
        <p:grpSpPr>
          <a:xfrm>
            <a:off x="442497" y="3642796"/>
            <a:ext cx="178674" cy="178632"/>
            <a:chOff x="3230576" y="1619106"/>
            <a:chExt cx="162638" cy="162600"/>
          </a:xfrm>
        </p:grpSpPr>
        <p:sp>
          <p:nvSpPr>
            <p:cNvPr id="249" name="Google Shape;249;p1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621175" y="3738657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20 (m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x)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cxnSp>
        <p:nvCxnSpPr>
          <p:cNvPr id="252" name="Google Shape;252;p19"/>
          <p:cNvCxnSpPr/>
          <p:nvPr/>
        </p:nvCxnSpPr>
        <p:spPr>
          <a:xfrm rot="10800000">
            <a:off x="5931471" y="3053450"/>
            <a:ext cx="0" cy="39390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3" name="Google Shape;253;p19"/>
          <p:cNvCxnSpPr/>
          <p:nvPr/>
        </p:nvCxnSpPr>
        <p:spPr>
          <a:xfrm>
            <a:off x="6589496" y="3689307"/>
            <a:ext cx="4761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54" name="Google Shape;254;p19"/>
          <p:cNvSpPr/>
          <p:nvPr/>
        </p:nvSpPr>
        <p:spPr>
          <a:xfrm>
            <a:off x="5039338" y="3453662"/>
            <a:ext cx="1788900" cy="4713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5039338" y="3593350"/>
            <a:ext cx="17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Exportar imágenes en dimensión </a:t>
            </a:r>
            <a:r>
              <a:rPr b="1"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3X.</a:t>
            </a:r>
            <a:endParaRPr b="1"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5034713" y="3421993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/>
          <p:nvPr/>
        </p:nvSpPr>
        <p:spPr>
          <a:xfrm>
            <a:off x="2790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20" title="Captura de pantalla 2025-11-28 a la(s) 9.48.29 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3921" y="1325963"/>
            <a:ext cx="1545000" cy="3396900"/>
          </a:xfrm>
          <a:prstGeom prst="roundRect">
            <a:avLst>
              <a:gd fmla="val 7541" name="adj"/>
            </a:avLst>
          </a:prstGeom>
          <a:noFill/>
          <a:ln>
            <a:noFill/>
          </a:ln>
        </p:spPr>
      </p:pic>
      <p:sp>
        <p:nvSpPr>
          <p:cNvPr id="263" name="Google Shape;263;p20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0672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Hero Banner </a:t>
            </a:r>
            <a:r>
              <a:rPr i="1" lang="es" sz="1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(Banner principal)</a:t>
            </a: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endParaRPr sz="26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0"/>
          <p:cNvPicPr preferRelativeResize="0"/>
          <p:nvPr/>
        </p:nvPicPr>
        <p:blipFill rotWithShape="1">
          <a:blip r:embed="rId4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/>
          <p:nvPr/>
        </p:nvSpPr>
        <p:spPr>
          <a:xfrm>
            <a:off x="278600" y="791800"/>
            <a:ext cx="2398500" cy="1611000"/>
          </a:xfrm>
          <a:prstGeom prst="roundRect">
            <a:avLst>
              <a:gd fmla="val 7723" name="adj"/>
            </a:avLst>
          </a:prstGeom>
          <a:solidFill>
            <a:srgbClr val="EDF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269" name="Google Shape;269;p20" title="Captura de pantalla 2025-11-28 a la(s) 9.47.34 a.m..png"/>
          <p:cNvPicPr preferRelativeResize="0"/>
          <p:nvPr/>
        </p:nvPicPr>
        <p:blipFill rotWithShape="1">
          <a:blip r:embed="rId5">
            <a:alphaModFix/>
          </a:blip>
          <a:srcRect b="40972" l="0" r="0" t="0"/>
          <a:stretch/>
        </p:blipFill>
        <p:spPr>
          <a:xfrm>
            <a:off x="3373975" y="1326453"/>
            <a:ext cx="3442200" cy="1921800"/>
          </a:xfrm>
          <a:prstGeom prst="roundRect">
            <a:avLst>
              <a:gd fmla="val 2588" name="adj"/>
            </a:avLst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3373975" y="884325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 sz="1437">
              <a:solidFill>
                <a:srgbClr val="666666"/>
              </a:solidFill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6963924" y="884325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 sz="1437">
              <a:solidFill>
                <a:srgbClr val="666666"/>
              </a:solidFill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42500" y="1109000"/>
            <a:ext cx="210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Campañas estratégicas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Lanzamientos de producto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máx 2 CTA redactados en infinitivo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Descripción general con keywords.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Contenido corto y directo.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Storytelling estructurado con el resto de secciones.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273" name="Google Shape;273;p20" title="Defaul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44" y="866775"/>
            <a:ext cx="274182" cy="2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/>
          <p:nvPr/>
        </p:nvSpPr>
        <p:spPr>
          <a:xfrm>
            <a:off x="278600" y="2514775"/>
            <a:ext cx="2398500" cy="2358300"/>
          </a:xfrm>
          <a:prstGeom prst="roundRect">
            <a:avLst>
              <a:gd fmla="val 7723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82187" y="26815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Dont´s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276" name="Google Shape;276;p20" title="Default Copi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350" y="2686951"/>
            <a:ext cx="264867" cy="26456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/>
        </p:nvSpPr>
        <p:spPr>
          <a:xfrm>
            <a:off x="442500" y="2951525"/>
            <a:ext cx="2170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cambiar el título de una página de manera frecuente (Afecta SEO).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disponer mucho contenido en las imágenes. (Si la imagen lleva texto, debe incluir texto alternativo por accesibilidad)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Repetir contenido que ya está en la visual.</a:t>
            </a:r>
            <a:endParaRPr b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Usarlo para comunicaciones internas o campañas muy pequeñas.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Recomendamos dejar 1 CTA (Call to action), aún cuando se pueden hasta 2. 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/>
          <p:nvPr/>
        </p:nvSpPr>
        <p:spPr>
          <a:xfrm>
            <a:off x="2793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1" title="Captura de pantalla 2025-11-28 a la(s) 10.29.39 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325" y="1485744"/>
            <a:ext cx="1331700" cy="3046200"/>
          </a:xfrm>
          <a:prstGeom prst="roundRect">
            <a:avLst>
              <a:gd fmla="val 7092" name="adj"/>
            </a:avLst>
          </a:prstGeom>
          <a:noFill/>
          <a:ln>
            <a:noFill/>
          </a:ln>
        </p:spPr>
      </p:pic>
      <p:pic>
        <p:nvPicPr>
          <p:cNvPr id="284" name="Google Shape;284;p21" title="Captura de pantalla 2025-11-28 a la(s) 10.25.58 a.m..png"/>
          <p:cNvPicPr preferRelativeResize="0"/>
          <p:nvPr/>
        </p:nvPicPr>
        <p:blipFill rotWithShape="1">
          <a:blip r:embed="rId4">
            <a:alphaModFix/>
          </a:blip>
          <a:srcRect b="0" l="557" r="0" t="0"/>
          <a:stretch/>
        </p:blipFill>
        <p:spPr>
          <a:xfrm>
            <a:off x="3538300" y="1238287"/>
            <a:ext cx="3115500" cy="2170800"/>
          </a:xfrm>
          <a:prstGeom prst="roundRect">
            <a:avLst>
              <a:gd fmla="val 3658" name="adj"/>
            </a:avLst>
          </a:prstGeom>
          <a:noFill/>
          <a:ln>
            <a:noFill/>
          </a:ln>
        </p:spPr>
      </p:pic>
      <p:sp>
        <p:nvSpPr>
          <p:cNvPr id="285" name="Google Shape;285;p21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1"/>
          <p:cNvPicPr preferRelativeResize="0"/>
          <p:nvPr/>
        </p:nvPicPr>
        <p:blipFill rotWithShape="1">
          <a:blip r:embed="rId5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485900" y="906075"/>
            <a:ext cx="1983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 </a:t>
            </a:r>
            <a:endParaRPr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11775" y="1194556"/>
            <a:ext cx="214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Es una sección o módulo secundario. S</a:t>
            </a: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e usa para r</a:t>
            </a: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esaltar beneficios puntuales, mensajes secundarios y para invitar al usuario a explorar nuevas opciones</a:t>
            </a: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7023625" y="3248550"/>
            <a:ext cx="1446000" cy="13509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5225600" y="1491850"/>
            <a:ext cx="1331700" cy="10683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3538297" y="8843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7079322" y="103706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cxnSp>
        <p:nvCxnSpPr>
          <p:cNvPr id="294" name="Google Shape;294;p21"/>
          <p:cNvCxnSpPr/>
          <p:nvPr/>
        </p:nvCxnSpPr>
        <p:spPr>
          <a:xfrm>
            <a:off x="3249503" y="1848633"/>
            <a:ext cx="48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95" name="Google Shape;295;p21"/>
          <p:cNvGrpSpPr/>
          <p:nvPr/>
        </p:nvGrpSpPr>
        <p:grpSpPr>
          <a:xfrm>
            <a:off x="3086851" y="1767339"/>
            <a:ext cx="162638" cy="162600"/>
            <a:chOff x="3230576" y="1619106"/>
            <a:chExt cx="162638" cy="162600"/>
          </a:xfrm>
        </p:grpSpPr>
        <p:sp>
          <p:nvSpPr>
            <p:cNvPr id="296" name="Google Shape;296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298" name="Google Shape;298;p21"/>
          <p:cNvCxnSpPr/>
          <p:nvPr/>
        </p:nvCxnSpPr>
        <p:spPr>
          <a:xfrm>
            <a:off x="3249503" y="2069868"/>
            <a:ext cx="48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99" name="Google Shape;299;p21"/>
          <p:cNvGrpSpPr/>
          <p:nvPr/>
        </p:nvGrpSpPr>
        <p:grpSpPr>
          <a:xfrm>
            <a:off x="3086851" y="1988574"/>
            <a:ext cx="162638" cy="162600"/>
            <a:chOff x="3230576" y="1619106"/>
            <a:chExt cx="162638" cy="162600"/>
          </a:xfrm>
        </p:grpSpPr>
        <p:sp>
          <p:nvSpPr>
            <p:cNvPr id="300" name="Google Shape;300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302" name="Google Shape;302;p21"/>
          <p:cNvCxnSpPr/>
          <p:nvPr/>
        </p:nvCxnSpPr>
        <p:spPr>
          <a:xfrm>
            <a:off x="3249503" y="2263437"/>
            <a:ext cx="48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03" name="Google Shape;303;p21"/>
          <p:cNvGrpSpPr/>
          <p:nvPr/>
        </p:nvGrpSpPr>
        <p:grpSpPr>
          <a:xfrm>
            <a:off x="3086851" y="2182144"/>
            <a:ext cx="162638" cy="162600"/>
            <a:chOff x="3230576" y="1619106"/>
            <a:chExt cx="162638" cy="162600"/>
          </a:xfrm>
        </p:grpSpPr>
        <p:sp>
          <p:nvSpPr>
            <p:cNvPr id="304" name="Google Shape;304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306" name="Google Shape;306;p21"/>
          <p:cNvCxnSpPr>
            <a:stCxn id="307" idx="3"/>
          </p:cNvCxnSpPr>
          <p:nvPr/>
        </p:nvCxnSpPr>
        <p:spPr>
          <a:xfrm>
            <a:off x="3249489" y="1639624"/>
            <a:ext cx="220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08" name="Google Shape;308;p21"/>
          <p:cNvGrpSpPr/>
          <p:nvPr/>
        </p:nvGrpSpPr>
        <p:grpSpPr>
          <a:xfrm>
            <a:off x="3086851" y="1558324"/>
            <a:ext cx="162638" cy="162600"/>
            <a:chOff x="3230576" y="1619106"/>
            <a:chExt cx="162638" cy="162600"/>
          </a:xfrm>
        </p:grpSpPr>
        <p:sp>
          <p:nvSpPr>
            <p:cNvPr id="309" name="Google Shape;309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310" name="Google Shape;310;p21"/>
          <p:cNvSpPr txBox="1"/>
          <p:nvPr/>
        </p:nvSpPr>
        <p:spPr>
          <a:xfrm>
            <a:off x="662675" y="2918169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00025" y="2355409"/>
            <a:ext cx="1983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Partes </a:t>
            </a:r>
            <a:endParaRPr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662675" y="3196606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662675" y="3464718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662675" y="3729908"/>
            <a:ext cx="182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CTA (Botón): 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Solo cambia el label.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315" name="Google Shape;315;p21"/>
          <p:cNvGrpSpPr/>
          <p:nvPr/>
        </p:nvGrpSpPr>
        <p:grpSpPr>
          <a:xfrm>
            <a:off x="500026" y="3027040"/>
            <a:ext cx="162638" cy="162600"/>
            <a:chOff x="3230576" y="1619106"/>
            <a:chExt cx="162638" cy="162600"/>
          </a:xfrm>
        </p:grpSpPr>
        <p:sp>
          <p:nvSpPr>
            <p:cNvPr id="316" name="Google Shape;316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318" name="Google Shape;318;p21"/>
          <p:cNvGrpSpPr/>
          <p:nvPr/>
        </p:nvGrpSpPr>
        <p:grpSpPr>
          <a:xfrm>
            <a:off x="500026" y="3299951"/>
            <a:ext cx="162638" cy="162600"/>
            <a:chOff x="3230576" y="1619106"/>
            <a:chExt cx="162638" cy="162600"/>
          </a:xfrm>
        </p:grpSpPr>
        <p:sp>
          <p:nvSpPr>
            <p:cNvPr id="319" name="Google Shape;319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321" name="Google Shape;321;p21"/>
          <p:cNvGrpSpPr/>
          <p:nvPr/>
        </p:nvGrpSpPr>
        <p:grpSpPr>
          <a:xfrm>
            <a:off x="500026" y="3568063"/>
            <a:ext cx="162638" cy="162600"/>
            <a:chOff x="3230576" y="1619106"/>
            <a:chExt cx="162638" cy="162600"/>
          </a:xfrm>
        </p:grpSpPr>
        <p:sp>
          <p:nvSpPr>
            <p:cNvPr id="322" name="Google Shape;322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324" name="Google Shape;324;p21"/>
          <p:cNvGrpSpPr/>
          <p:nvPr/>
        </p:nvGrpSpPr>
        <p:grpSpPr>
          <a:xfrm>
            <a:off x="500026" y="3833253"/>
            <a:ext cx="162638" cy="162600"/>
            <a:chOff x="3230576" y="1619106"/>
            <a:chExt cx="162638" cy="162600"/>
          </a:xfrm>
        </p:grpSpPr>
        <p:sp>
          <p:nvSpPr>
            <p:cNvPr id="325" name="Google Shape;325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327" name="Google Shape;327;p21"/>
          <p:cNvSpPr/>
          <p:nvPr/>
        </p:nvSpPr>
        <p:spPr>
          <a:xfrm>
            <a:off x="1757013" y="3027044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1757013" y="3299944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1757013" y="3572844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Medium </a:t>
            </a:r>
            <a:r>
              <a:rPr b="1" lang="es" sz="20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(EST - Banner Medium en el CMS)</a:t>
            </a:r>
            <a:endParaRPr sz="26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332" name="Google Shape;33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8300" y="3763635"/>
            <a:ext cx="3133200" cy="96930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1"/>
          <p:cNvSpPr/>
          <p:nvPr/>
        </p:nvSpPr>
        <p:spPr>
          <a:xfrm>
            <a:off x="3496700" y="3722981"/>
            <a:ext cx="3234300" cy="10506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" name="Google Shape;334;p21"/>
          <p:cNvCxnSpPr>
            <a:stCxn id="335" idx="3"/>
          </p:cNvCxnSpPr>
          <p:nvPr/>
        </p:nvCxnSpPr>
        <p:spPr>
          <a:xfrm>
            <a:off x="3249489" y="4031898"/>
            <a:ext cx="252000" cy="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36" name="Google Shape;336;p21"/>
          <p:cNvGrpSpPr/>
          <p:nvPr/>
        </p:nvGrpSpPr>
        <p:grpSpPr>
          <a:xfrm>
            <a:off x="3086851" y="3950598"/>
            <a:ext cx="162638" cy="162600"/>
            <a:chOff x="3230576" y="1619106"/>
            <a:chExt cx="162638" cy="162600"/>
          </a:xfrm>
        </p:grpSpPr>
        <p:sp>
          <p:nvSpPr>
            <p:cNvPr id="337" name="Google Shape;337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338" name="Google Shape;338;p21"/>
          <p:cNvSpPr txBox="1"/>
          <p:nvPr/>
        </p:nvSpPr>
        <p:spPr>
          <a:xfrm>
            <a:off x="443154" y="2631414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62675" y="4348700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340" name="Google Shape;340;p21"/>
          <p:cNvGrpSpPr/>
          <p:nvPr/>
        </p:nvGrpSpPr>
        <p:grpSpPr>
          <a:xfrm>
            <a:off x="500026" y="4457570"/>
            <a:ext cx="162638" cy="162600"/>
            <a:chOff x="3230576" y="1619106"/>
            <a:chExt cx="162638" cy="162600"/>
          </a:xfrm>
        </p:grpSpPr>
        <p:sp>
          <p:nvSpPr>
            <p:cNvPr id="341" name="Google Shape;341;p2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343" name="Google Shape;343;p21"/>
          <p:cNvSpPr/>
          <p:nvPr/>
        </p:nvSpPr>
        <p:spPr>
          <a:xfrm>
            <a:off x="1757013" y="4457575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443154" y="4098922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140143" y="907853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529836" y="3410394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pic>
        <p:nvPicPr>
          <p:cNvPr id="347" name="Google Shape;34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5013" y="2202739"/>
            <a:ext cx="518425" cy="9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7401" y="4393438"/>
            <a:ext cx="518425" cy="101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6538" y="2974949"/>
            <a:ext cx="846982" cy="1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/>
          <p:nvPr/>
        </p:nvSpPr>
        <p:spPr>
          <a:xfrm>
            <a:off x="2790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22" title="Captura de pantalla 2025-11-28 a la(s) 10.29.39 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325" y="1485743"/>
            <a:ext cx="1331700" cy="3046200"/>
          </a:xfrm>
          <a:prstGeom prst="roundRect">
            <a:avLst>
              <a:gd fmla="val 7092" name="adj"/>
            </a:avLst>
          </a:prstGeom>
          <a:noFill/>
          <a:ln>
            <a:noFill/>
          </a:ln>
        </p:spPr>
      </p:pic>
      <p:pic>
        <p:nvPicPr>
          <p:cNvPr id="356" name="Google Shape;356;p22" title="Captura de pantalla 2025-11-28 a la(s) 10.25.58 a.m..png"/>
          <p:cNvPicPr preferRelativeResize="0"/>
          <p:nvPr/>
        </p:nvPicPr>
        <p:blipFill rotWithShape="1">
          <a:blip r:embed="rId4">
            <a:alphaModFix/>
          </a:blip>
          <a:srcRect b="34930" l="557" r="0" t="0"/>
          <a:stretch/>
        </p:blipFill>
        <p:spPr>
          <a:xfrm>
            <a:off x="3373975" y="1509750"/>
            <a:ext cx="3442200" cy="1560900"/>
          </a:xfrm>
          <a:prstGeom prst="roundRect">
            <a:avLst>
              <a:gd fmla="val 3658" name="adj"/>
            </a:avLst>
          </a:prstGeom>
          <a:noFill/>
          <a:ln>
            <a:noFill/>
          </a:ln>
        </p:spPr>
      </p:pic>
      <p:sp>
        <p:nvSpPr>
          <p:cNvPr id="357" name="Google Shape;357;p22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22"/>
          <p:cNvPicPr preferRelativeResize="0"/>
          <p:nvPr/>
        </p:nvPicPr>
        <p:blipFill rotWithShape="1">
          <a:blip r:embed="rId5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2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Anatomía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621150" y="1308525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 </a:t>
            </a: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Banner medium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7034625" y="3248250"/>
            <a:ext cx="1389300" cy="1214400"/>
          </a:xfrm>
          <a:prstGeom prst="roundRect">
            <a:avLst>
              <a:gd fmla="val 9811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sp>
        <p:nvSpPr>
          <p:cNvPr id="363" name="Google Shape;363;p22"/>
          <p:cNvSpPr/>
          <p:nvPr/>
        </p:nvSpPr>
        <p:spPr>
          <a:xfrm>
            <a:off x="5282050" y="1845175"/>
            <a:ext cx="1507800" cy="1054500"/>
          </a:xfrm>
          <a:prstGeom prst="roundRect">
            <a:avLst>
              <a:gd fmla="val 3067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cxnSp>
        <p:nvCxnSpPr>
          <p:cNvPr id="364" name="Google Shape;364;p22"/>
          <p:cNvCxnSpPr>
            <a:stCxn id="365" idx="3"/>
          </p:cNvCxnSpPr>
          <p:nvPr/>
        </p:nvCxnSpPr>
        <p:spPr>
          <a:xfrm>
            <a:off x="3049596" y="2141482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66" name="Google Shape;366;p22"/>
          <p:cNvGrpSpPr/>
          <p:nvPr/>
        </p:nvGrpSpPr>
        <p:grpSpPr>
          <a:xfrm>
            <a:off x="2870922" y="2052165"/>
            <a:ext cx="178674" cy="178632"/>
            <a:chOff x="3230576" y="1619106"/>
            <a:chExt cx="162638" cy="162600"/>
          </a:xfrm>
        </p:grpSpPr>
        <p:sp>
          <p:nvSpPr>
            <p:cNvPr id="367" name="Google Shape;367;p2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365" name="Google Shape;365;p2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368" name="Google Shape;368;p22"/>
          <p:cNvCxnSpPr>
            <a:stCxn id="369" idx="3"/>
          </p:cNvCxnSpPr>
          <p:nvPr/>
        </p:nvCxnSpPr>
        <p:spPr>
          <a:xfrm>
            <a:off x="3049590" y="2385677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0" name="Google Shape;370;p22"/>
          <p:cNvGrpSpPr/>
          <p:nvPr/>
        </p:nvGrpSpPr>
        <p:grpSpPr>
          <a:xfrm>
            <a:off x="2870916" y="2296361"/>
            <a:ext cx="178674" cy="178632"/>
            <a:chOff x="3230576" y="1619106"/>
            <a:chExt cx="162638" cy="162600"/>
          </a:xfrm>
        </p:grpSpPr>
        <p:sp>
          <p:nvSpPr>
            <p:cNvPr id="371" name="Google Shape;371;p2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369" name="Google Shape;369;p2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372" name="Google Shape;372;p22"/>
          <p:cNvCxnSpPr>
            <a:stCxn id="373" idx="3"/>
          </p:cNvCxnSpPr>
          <p:nvPr/>
        </p:nvCxnSpPr>
        <p:spPr>
          <a:xfrm>
            <a:off x="3049596" y="2645484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4" name="Google Shape;374;p22"/>
          <p:cNvGrpSpPr/>
          <p:nvPr/>
        </p:nvGrpSpPr>
        <p:grpSpPr>
          <a:xfrm>
            <a:off x="2870922" y="2556168"/>
            <a:ext cx="178674" cy="178632"/>
            <a:chOff x="3230576" y="1619106"/>
            <a:chExt cx="162638" cy="162600"/>
          </a:xfrm>
        </p:grpSpPr>
        <p:sp>
          <p:nvSpPr>
            <p:cNvPr id="375" name="Google Shape;375;p2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376" name="Google Shape;376;p22"/>
          <p:cNvCxnSpPr>
            <a:stCxn id="377" idx="3"/>
          </p:cNvCxnSpPr>
          <p:nvPr/>
        </p:nvCxnSpPr>
        <p:spPr>
          <a:xfrm>
            <a:off x="3049596" y="1932346"/>
            <a:ext cx="23697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8" name="Google Shape;378;p22"/>
          <p:cNvGrpSpPr/>
          <p:nvPr/>
        </p:nvGrpSpPr>
        <p:grpSpPr>
          <a:xfrm>
            <a:off x="2870922" y="1843030"/>
            <a:ext cx="178674" cy="178632"/>
            <a:chOff x="3230576" y="1619106"/>
            <a:chExt cx="162638" cy="162600"/>
          </a:xfrm>
        </p:grpSpPr>
        <p:sp>
          <p:nvSpPr>
            <p:cNvPr id="379" name="Google Shape;379;p2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377" name="Google Shape;377;p2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pic>
        <p:nvPicPr>
          <p:cNvPr id="380" name="Google Shape;380;p22"/>
          <p:cNvPicPr preferRelativeResize="0"/>
          <p:nvPr/>
        </p:nvPicPr>
        <p:blipFill>
          <a:blip r:embed="rId6">
            <a:alphaModFix amt="46000"/>
          </a:blip>
          <a:stretch>
            <a:fillRect/>
          </a:stretch>
        </p:blipFill>
        <p:spPr>
          <a:xfrm>
            <a:off x="442500" y="915200"/>
            <a:ext cx="178675" cy="17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1" name="Google Shape;381;p22"/>
          <p:cNvGrpSpPr/>
          <p:nvPr/>
        </p:nvGrpSpPr>
        <p:grpSpPr>
          <a:xfrm>
            <a:off x="442472" y="1400839"/>
            <a:ext cx="178674" cy="178632"/>
            <a:chOff x="3230576" y="1619106"/>
            <a:chExt cx="162638" cy="162600"/>
          </a:xfrm>
        </p:grpSpPr>
        <p:sp>
          <p:nvSpPr>
            <p:cNvPr id="382" name="Google Shape;382;p2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383" name="Google Shape;383;p2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384" name="Google Shape;384;p22"/>
          <p:cNvSpPr txBox="1"/>
          <p:nvPr/>
        </p:nvSpPr>
        <p:spPr>
          <a:xfrm>
            <a:off x="621150" y="1529651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</a:t>
            </a: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(360 px X  288px)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1080 px  X  882 px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621150" y="2667975"/>
            <a:ext cx="192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Formato de exportación:  WEBP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Peso máx: 100k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cxnSp>
        <p:nvCxnSpPr>
          <p:cNvPr id="386" name="Google Shape;386;p22"/>
          <p:cNvCxnSpPr/>
          <p:nvPr/>
        </p:nvCxnSpPr>
        <p:spPr>
          <a:xfrm rot="10800000">
            <a:off x="5931471" y="3053450"/>
            <a:ext cx="0" cy="39390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87" name="Google Shape;387;p22"/>
          <p:cNvCxnSpPr/>
          <p:nvPr/>
        </p:nvCxnSpPr>
        <p:spPr>
          <a:xfrm>
            <a:off x="6589496" y="3689307"/>
            <a:ext cx="4761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88" name="Google Shape;388;p22"/>
          <p:cNvSpPr/>
          <p:nvPr/>
        </p:nvSpPr>
        <p:spPr>
          <a:xfrm>
            <a:off x="5039338" y="3453662"/>
            <a:ext cx="1788900" cy="4713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 txBox="1"/>
          <p:nvPr/>
        </p:nvSpPr>
        <p:spPr>
          <a:xfrm>
            <a:off x="5039338" y="3593350"/>
            <a:ext cx="17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Exportar imágenes en dimensión </a:t>
            </a:r>
            <a:r>
              <a:rPr b="1"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3X.</a:t>
            </a:r>
            <a:endParaRPr b="1"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5034713" y="3421993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Medium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1)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621150" y="2099726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(464 px X 288 px)</a:t>
            </a:r>
            <a:endParaRPr i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(1431 px X 882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621150" y="3076091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 Banner medium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395" name="Google Shape;395;p22"/>
          <p:cNvGrpSpPr/>
          <p:nvPr/>
        </p:nvGrpSpPr>
        <p:grpSpPr>
          <a:xfrm>
            <a:off x="442472" y="3168405"/>
            <a:ext cx="178674" cy="178632"/>
            <a:chOff x="3230576" y="1619106"/>
            <a:chExt cx="162638" cy="162600"/>
          </a:xfrm>
        </p:grpSpPr>
        <p:sp>
          <p:nvSpPr>
            <p:cNvPr id="396" name="Google Shape;396;p2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397" name="Google Shape;397;p2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398" name="Google Shape;398;p22"/>
          <p:cNvSpPr txBox="1"/>
          <p:nvPr/>
        </p:nvSpPr>
        <p:spPr>
          <a:xfrm>
            <a:off x="621150" y="3264267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90 (m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621150" y="3507341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 Banner medium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400" name="Google Shape;400;p22"/>
          <p:cNvGrpSpPr/>
          <p:nvPr/>
        </p:nvGrpSpPr>
        <p:grpSpPr>
          <a:xfrm>
            <a:off x="442472" y="3599655"/>
            <a:ext cx="178674" cy="178632"/>
            <a:chOff x="3230576" y="1619106"/>
            <a:chExt cx="162638" cy="162600"/>
          </a:xfrm>
        </p:grpSpPr>
        <p:sp>
          <p:nvSpPr>
            <p:cNvPr id="401" name="Google Shape;401;p2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402" name="Google Shape;402;p2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403" name="Google Shape;403;p22"/>
          <p:cNvSpPr txBox="1"/>
          <p:nvPr/>
        </p:nvSpPr>
        <p:spPr>
          <a:xfrm>
            <a:off x="621150" y="3695517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150 (m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x)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621150" y="3921166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CTA Banner medium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405" name="Google Shape;405;p22"/>
          <p:cNvGrpSpPr/>
          <p:nvPr/>
        </p:nvGrpSpPr>
        <p:grpSpPr>
          <a:xfrm>
            <a:off x="442472" y="4013480"/>
            <a:ext cx="178674" cy="178632"/>
            <a:chOff x="3230576" y="1619106"/>
            <a:chExt cx="162638" cy="162600"/>
          </a:xfrm>
        </p:grpSpPr>
        <p:sp>
          <p:nvSpPr>
            <p:cNvPr id="406" name="Google Shape;406;p2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407" name="Google Shape;407;p2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408" name="Google Shape;408;p22"/>
          <p:cNvSpPr txBox="1"/>
          <p:nvPr/>
        </p:nvSpPr>
        <p:spPr>
          <a:xfrm>
            <a:off x="621150" y="4109342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20 (m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x)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3373972" y="11076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4004862" y="113003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6963924" y="992150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 sz="1437">
              <a:solidFill>
                <a:srgbClr val="666666"/>
              </a:solidFill>
            </a:endParaRPr>
          </a:p>
        </p:txBody>
      </p:sp>
      <p:pic>
        <p:nvPicPr>
          <p:cNvPr id="412" name="Google Shape;41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0338" y="2580522"/>
            <a:ext cx="518425" cy="9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6538" y="2974949"/>
            <a:ext cx="846982" cy="1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/>
          <p:nvPr/>
        </p:nvSpPr>
        <p:spPr>
          <a:xfrm>
            <a:off x="2790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</a:t>
            </a:r>
            <a:endParaRPr/>
          </a:p>
        </p:txBody>
      </p:sp>
      <p:pic>
        <p:nvPicPr>
          <p:cNvPr id="419" name="Google Shape;419;p23" title="Captura de pantalla 2025-11-28 a la(s) 10.29.39 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325" y="1485743"/>
            <a:ext cx="1331700" cy="3046200"/>
          </a:xfrm>
          <a:prstGeom prst="roundRect">
            <a:avLst>
              <a:gd fmla="val 7092" name="adj"/>
            </a:avLst>
          </a:prstGeom>
          <a:noFill/>
          <a:ln>
            <a:noFill/>
          </a:ln>
        </p:spPr>
      </p:pic>
      <p:pic>
        <p:nvPicPr>
          <p:cNvPr id="420" name="Google Shape;420;p23" title="Captura de pantalla 2025-11-28 a la(s) 10.25.58 a.m..png"/>
          <p:cNvPicPr preferRelativeResize="0"/>
          <p:nvPr/>
        </p:nvPicPr>
        <p:blipFill rotWithShape="1">
          <a:blip r:embed="rId4">
            <a:alphaModFix/>
          </a:blip>
          <a:srcRect b="34930" l="557" r="0" t="0"/>
          <a:stretch/>
        </p:blipFill>
        <p:spPr>
          <a:xfrm>
            <a:off x="3373975" y="1509750"/>
            <a:ext cx="3442200" cy="1560900"/>
          </a:xfrm>
          <a:prstGeom prst="roundRect">
            <a:avLst>
              <a:gd fmla="val 3658" name="adj"/>
            </a:avLst>
          </a:prstGeom>
          <a:noFill/>
          <a:ln>
            <a:noFill/>
          </a:ln>
        </p:spPr>
      </p:pic>
      <p:sp>
        <p:nvSpPr>
          <p:cNvPr id="421" name="Google Shape;421;p23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23"/>
          <p:cNvPicPr preferRelativeResize="0"/>
          <p:nvPr/>
        </p:nvPicPr>
        <p:blipFill rotWithShape="1">
          <a:blip r:embed="rId5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3"/>
          <p:cNvSpPr/>
          <p:nvPr/>
        </p:nvSpPr>
        <p:spPr>
          <a:xfrm>
            <a:off x="7034625" y="3248250"/>
            <a:ext cx="1389300" cy="1214400"/>
          </a:xfrm>
          <a:prstGeom prst="roundRect">
            <a:avLst>
              <a:gd fmla="val 9811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sp>
        <p:nvSpPr>
          <p:cNvPr id="424" name="Google Shape;424;p23"/>
          <p:cNvSpPr/>
          <p:nvPr/>
        </p:nvSpPr>
        <p:spPr>
          <a:xfrm>
            <a:off x="5282050" y="1845175"/>
            <a:ext cx="1507800" cy="1054500"/>
          </a:xfrm>
          <a:prstGeom prst="roundRect">
            <a:avLst>
              <a:gd fmla="val 3067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cxnSp>
        <p:nvCxnSpPr>
          <p:cNvPr id="425" name="Google Shape;425;p23"/>
          <p:cNvCxnSpPr>
            <a:stCxn id="426" idx="3"/>
          </p:cNvCxnSpPr>
          <p:nvPr/>
        </p:nvCxnSpPr>
        <p:spPr>
          <a:xfrm>
            <a:off x="3049596" y="2141482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427" name="Google Shape;427;p23"/>
          <p:cNvGrpSpPr/>
          <p:nvPr/>
        </p:nvGrpSpPr>
        <p:grpSpPr>
          <a:xfrm>
            <a:off x="2870922" y="2052165"/>
            <a:ext cx="178674" cy="178632"/>
            <a:chOff x="3230576" y="1619106"/>
            <a:chExt cx="162638" cy="162600"/>
          </a:xfrm>
        </p:grpSpPr>
        <p:sp>
          <p:nvSpPr>
            <p:cNvPr id="428" name="Google Shape;428;p23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426" name="Google Shape;426;p23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429" name="Google Shape;429;p23"/>
          <p:cNvCxnSpPr>
            <a:stCxn id="430" idx="3"/>
          </p:cNvCxnSpPr>
          <p:nvPr/>
        </p:nvCxnSpPr>
        <p:spPr>
          <a:xfrm>
            <a:off x="3049590" y="2385677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431" name="Google Shape;431;p23"/>
          <p:cNvGrpSpPr/>
          <p:nvPr/>
        </p:nvGrpSpPr>
        <p:grpSpPr>
          <a:xfrm>
            <a:off x="2870916" y="2296361"/>
            <a:ext cx="178674" cy="178632"/>
            <a:chOff x="3230576" y="1619106"/>
            <a:chExt cx="162638" cy="162600"/>
          </a:xfrm>
        </p:grpSpPr>
        <p:sp>
          <p:nvSpPr>
            <p:cNvPr id="432" name="Google Shape;432;p23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430" name="Google Shape;430;p23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433" name="Google Shape;433;p23"/>
          <p:cNvCxnSpPr>
            <a:stCxn id="434" idx="3"/>
          </p:cNvCxnSpPr>
          <p:nvPr/>
        </p:nvCxnSpPr>
        <p:spPr>
          <a:xfrm>
            <a:off x="3049596" y="2645484"/>
            <a:ext cx="4143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435" name="Google Shape;435;p23"/>
          <p:cNvGrpSpPr/>
          <p:nvPr/>
        </p:nvGrpSpPr>
        <p:grpSpPr>
          <a:xfrm>
            <a:off x="2870922" y="2556168"/>
            <a:ext cx="178674" cy="178632"/>
            <a:chOff x="3230576" y="1619106"/>
            <a:chExt cx="162638" cy="162600"/>
          </a:xfrm>
        </p:grpSpPr>
        <p:sp>
          <p:nvSpPr>
            <p:cNvPr id="436" name="Google Shape;436;p23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434" name="Google Shape;434;p23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437" name="Google Shape;437;p23"/>
          <p:cNvCxnSpPr>
            <a:stCxn id="438" idx="3"/>
          </p:cNvCxnSpPr>
          <p:nvPr/>
        </p:nvCxnSpPr>
        <p:spPr>
          <a:xfrm>
            <a:off x="3049596" y="1932346"/>
            <a:ext cx="23697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439" name="Google Shape;439;p23"/>
          <p:cNvGrpSpPr/>
          <p:nvPr/>
        </p:nvGrpSpPr>
        <p:grpSpPr>
          <a:xfrm>
            <a:off x="2870922" y="1843030"/>
            <a:ext cx="178674" cy="178632"/>
            <a:chOff x="3230576" y="1619106"/>
            <a:chExt cx="162638" cy="162600"/>
          </a:xfrm>
        </p:grpSpPr>
        <p:sp>
          <p:nvSpPr>
            <p:cNvPr id="440" name="Google Shape;440;p23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438" name="Google Shape;438;p23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441" name="Google Shape;441;p23"/>
          <p:cNvCxnSpPr/>
          <p:nvPr/>
        </p:nvCxnSpPr>
        <p:spPr>
          <a:xfrm rot="10800000">
            <a:off x="5931471" y="3053450"/>
            <a:ext cx="0" cy="39390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42" name="Google Shape;442;p23"/>
          <p:cNvCxnSpPr/>
          <p:nvPr/>
        </p:nvCxnSpPr>
        <p:spPr>
          <a:xfrm>
            <a:off x="6589496" y="3689307"/>
            <a:ext cx="4761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3" name="Google Shape;443;p23"/>
          <p:cNvSpPr/>
          <p:nvPr/>
        </p:nvSpPr>
        <p:spPr>
          <a:xfrm>
            <a:off x="5039338" y="3453662"/>
            <a:ext cx="1788900" cy="4713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3"/>
          <p:cNvSpPr txBox="1"/>
          <p:nvPr/>
        </p:nvSpPr>
        <p:spPr>
          <a:xfrm>
            <a:off x="5039338" y="3593350"/>
            <a:ext cx="17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Exportar imágenes en dimensión </a:t>
            </a:r>
            <a:r>
              <a:rPr b="1"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3X.</a:t>
            </a:r>
            <a:endParaRPr b="1"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5034713" y="3421993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3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Medium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1)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278600" y="791800"/>
            <a:ext cx="2398500" cy="1683300"/>
          </a:xfrm>
          <a:prstGeom prst="roundRect">
            <a:avLst>
              <a:gd fmla="val 7723" name="adj"/>
            </a:avLst>
          </a:prstGeom>
          <a:solidFill>
            <a:srgbClr val="EDF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442500" y="1109000"/>
            <a:ext cx="2104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Beneficios o contenido a resaltar de un producto o campaña.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Complemento de secciones secundarias.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Puede o no tener CTA 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(Call to action).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Informaci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ón relevante, 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no urgente.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Redirecciones a otras p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áginas.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Destacar contenido.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451" name="Google Shape;451;p23" title="Defaul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44" y="866775"/>
            <a:ext cx="274182" cy="2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3"/>
          <p:cNvSpPr/>
          <p:nvPr/>
        </p:nvSpPr>
        <p:spPr>
          <a:xfrm>
            <a:off x="278600" y="2701525"/>
            <a:ext cx="2398500" cy="2166900"/>
          </a:xfrm>
          <a:prstGeom prst="roundRect">
            <a:avLst>
              <a:gd fmla="val 7723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3"/>
          <p:cNvSpPr txBox="1"/>
          <p:nvPr/>
        </p:nvSpPr>
        <p:spPr>
          <a:xfrm>
            <a:off x="682187" y="2873975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Dont´s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454" name="Google Shape;454;p23" title="Default Copi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350" y="2879426"/>
            <a:ext cx="264867" cy="264564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3"/>
          <p:cNvSpPr txBox="1"/>
          <p:nvPr/>
        </p:nvSpPr>
        <p:spPr>
          <a:xfrm>
            <a:off x="442500" y="3144000"/>
            <a:ext cx="2129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como hero banner.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debe tener 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ás de un CTA (call to action).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gifs.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más de un banner medium por página.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debería tener imágenes con datos relevantes.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repetir info de 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y descripción del banner dentro de la imagen.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3373972" y="11076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457" name="Google Shape;457;p23"/>
          <p:cNvSpPr txBox="1"/>
          <p:nvPr/>
        </p:nvSpPr>
        <p:spPr>
          <a:xfrm>
            <a:off x="4004862" y="113003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458" name="Google Shape;458;p23"/>
          <p:cNvSpPr txBox="1"/>
          <p:nvPr/>
        </p:nvSpPr>
        <p:spPr>
          <a:xfrm>
            <a:off x="6963924" y="992150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 sz="1437">
              <a:solidFill>
                <a:srgbClr val="666666"/>
              </a:solidFill>
            </a:endParaRPr>
          </a:p>
        </p:txBody>
      </p:sp>
      <p:pic>
        <p:nvPicPr>
          <p:cNvPr id="459" name="Google Shape;45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44650" y="2575400"/>
            <a:ext cx="570175" cy="1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17291" y="2973200"/>
            <a:ext cx="829125" cy="1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96538" y="2974949"/>
            <a:ext cx="846982" cy="1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70338" y="2580522"/>
            <a:ext cx="518425" cy="9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"/>
          <p:cNvSpPr/>
          <p:nvPr/>
        </p:nvSpPr>
        <p:spPr>
          <a:xfrm>
            <a:off x="2790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24" title="Captura de pantalla 2025-11-28 a la(s) 10.29.39 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325" y="1485743"/>
            <a:ext cx="1331700" cy="3046200"/>
          </a:xfrm>
          <a:prstGeom prst="roundRect">
            <a:avLst>
              <a:gd fmla="val 7092" name="adj"/>
            </a:avLst>
          </a:prstGeom>
          <a:noFill/>
          <a:ln>
            <a:noFill/>
          </a:ln>
        </p:spPr>
      </p:pic>
      <p:sp>
        <p:nvSpPr>
          <p:cNvPr id="469" name="Google Shape;469;p24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24"/>
          <p:cNvPicPr preferRelativeResize="0"/>
          <p:nvPr/>
        </p:nvPicPr>
        <p:blipFill rotWithShape="1">
          <a:blip r:embed="rId4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4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4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Anatomía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73" name="Google Shape;473;p24"/>
          <p:cNvSpPr txBox="1"/>
          <p:nvPr/>
        </p:nvSpPr>
        <p:spPr>
          <a:xfrm>
            <a:off x="621150" y="1308525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 Banner medium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7034625" y="1724850"/>
            <a:ext cx="1389300" cy="2737800"/>
          </a:xfrm>
          <a:prstGeom prst="roundRect">
            <a:avLst>
              <a:gd fmla="val 9811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pic>
        <p:nvPicPr>
          <p:cNvPr id="475" name="Google Shape;475;p24"/>
          <p:cNvPicPr preferRelativeResize="0"/>
          <p:nvPr/>
        </p:nvPicPr>
        <p:blipFill>
          <a:blip r:embed="rId5">
            <a:alphaModFix amt="46000"/>
          </a:blip>
          <a:stretch>
            <a:fillRect/>
          </a:stretch>
        </p:blipFill>
        <p:spPr>
          <a:xfrm>
            <a:off x="442500" y="915200"/>
            <a:ext cx="178675" cy="17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24"/>
          <p:cNvGrpSpPr/>
          <p:nvPr/>
        </p:nvGrpSpPr>
        <p:grpSpPr>
          <a:xfrm>
            <a:off x="442472" y="1400839"/>
            <a:ext cx="178674" cy="178632"/>
            <a:chOff x="3230576" y="1619106"/>
            <a:chExt cx="162638" cy="162600"/>
          </a:xfrm>
        </p:grpSpPr>
        <p:sp>
          <p:nvSpPr>
            <p:cNvPr id="477" name="Google Shape;477;p24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478" name="Google Shape;478;p24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479" name="Google Shape;479;p24"/>
          <p:cNvSpPr txBox="1"/>
          <p:nvPr/>
        </p:nvSpPr>
        <p:spPr>
          <a:xfrm>
            <a:off x="621150" y="1529651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(360 px X  619px)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(1080 px X 1857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80" name="Google Shape;480;p24"/>
          <p:cNvSpPr txBox="1"/>
          <p:nvPr/>
        </p:nvSpPr>
        <p:spPr>
          <a:xfrm>
            <a:off x="621150" y="2704575"/>
            <a:ext cx="192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Formato de exportación:  WEBP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Peso máx: 100k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cxnSp>
        <p:nvCxnSpPr>
          <p:cNvPr id="481" name="Google Shape;481;p24"/>
          <p:cNvCxnSpPr/>
          <p:nvPr/>
        </p:nvCxnSpPr>
        <p:spPr>
          <a:xfrm rot="10800000">
            <a:off x="5931471" y="2750750"/>
            <a:ext cx="0" cy="69660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82" name="Google Shape;482;p24"/>
          <p:cNvCxnSpPr/>
          <p:nvPr/>
        </p:nvCxnSpPr>
        <p:spPr>
          <a:xfrm>
            <a:off x="6589496" y="3689307"/>
            <a:ext cx="4761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83" name="Google Shape;483;p24"/>
          <p:cNvSpPr/>
          <p:nvPr/>
        </p:nvSpPr>
        <p:spPr>
          <a:xfrm>
            <a:off x="5039338" y="3453662"/>
            <a:ext cx="1788900" cy="4713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4"/>
          <p:cNvSpPr txBox="1"/>
          <p:nvPr/>
        </p:nvSpPr>
        <p:spPr>
          <a:xfrm>
            <a:off x="5039338" y="3593350"/>
            <a:ext cx="17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Exportar imágenes en dimensión </a:t>
            </a:r>
            <a:r>
              <a:rPr b="1"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3X.</a:t>
            </a:r>
            <a:endParaRPr b="1"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85" name="Google Shape;485;p24"/>
          <p:cNvSpPr txBox="1"/>
          <p:nvPr/>
        </p:nvSpPr>
        <p:spPr>
          <a:xfrm>
            <a:off x="5034713" y="3421993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Medium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ón 2)</a:t>
            </a:r>
            <a:endParaRPr i="1" sz="2600">
              <a:solidFill>
                <a:schemeClr val="dk2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488" name="Google Shape;48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8300" y="1724860"/>
            <a:ext cx="3133200" cy="969304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4"/>
          <p:cNvSpPr/>
          <p:nvPr/>
        </p:nvSpPr>
        <p:spPr>
          <a:xfrm>
            <a:off x="3496700" y="1684206"/>
            <a:ext cx="3234300" cy="10506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0" name="Google Shape;490;p24"/>
          <p:cNvCxnSpPr>
            <a:stCxn id="491" idx="3"/>
          </p:cNvCxnSpPr>
          <p:nvPr/>
        </p:nvCxnSpPr>
        <p:spPr>
          <a:xfrm>
            <a:off x="3049596" y="1932346"/>
            <a:ext cx="4320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492" name="Google Shape;492;p24"/>
          <p:cNvGrpSpPr/>
          <p:nvPr/>
        </p:nvGrpSpPr>
        <p:grpSpPr>
          <a:xfrm>
            <a:off x="2870922" y="1843030"/>
            <a:ext cx="178674" cy="178632"/>
            <a:chOff x="3230576" y="1619106"/>
            <a:chExt cx="162638" cy="162600"/>
          </a:xfrm>
        </p:grpSpPr>
        <p:sp>
          <p:nvSpPr>
            <p:cNvPr id="493" name="Google Shape;493;p24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491" name="Google Shape;491;p24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494" name="Google Shape;494;p24"/>
          <p:cNvSpPr txBox="1"/>
          <p:nvPr/>
        </p:nvSpPr>
        <p:spPr>
          <a:xfrm>
            <a:off x="621150" y="2081913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(1280 px X 396 px)</a:t>
            </a:r>
            <a:endParaRPr i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(3840  px X 1188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495" name="Google Shape;495;p24"/>
          <p:cNvSpPr txBox="1"/>
          <p:nvPr/>
        </p:nvSpPr>
        <p:spPr>
          <a:xfrm>
            <a:off x="3581422" y="12250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496" name="Google Shape;496;p24"/>
          <p:cNvSpPr txBox="1"/>
          <p:nvPr/>
        </p:nvSpPr>
        <p:spPr>
          <a:xfrm>
            <a:off x="4212312" y="124743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497" name="Google Shape;497;p24"/>
          <p:cNvSpPr txBox="1"/>
          <p:nvPr/>
        </p:nvSpPr>
        <p:spPr>
          <a:xfrm>
            <a:off x="6963924" y="1036725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 sz="1437">
              <a:solidFill>
                <a:srgbClr val="666666"/>
              </a:solidFill>
            </a:endParaRPr>
          </a:p>
        </p:txBody>
      </p:sp>
      <p:sp>
        <p:nvSpPr>
          <p:cNvPr id="498" name="Google Shape;498;p24"/>
          <p:cNvSpPr txBox="1"/>
          <p:nvPr/>
        </p:nvSpPr>
        <p:spPr>
          <a:xfrm>
            <a:off x="621150" y="3163113"/>
            <a:ext cx="166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Cuando se usa una imagen completa decorativa esta no debe tener texto y su texto alternativo debería estar vacío dentro del CMS.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499" name="Google Shape;49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03738" y="2349175"/>
            <a:ext cx="570175" cy="1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8421" y="2973200"/>
            <a:ext cx="829125" cy="1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96538" y="2974949"/>
            <a:ext cx="846982" cy="1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5"/>
          <p:cNvSpPr/>
          <p:nvPr/>
        </p:nvSpPr>
        <p:spPr>
          <a:xfrm>
            <a:off x="2790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7" name="Google Shape;507;p25" title="Captura de pantalla 2025-11-28 a la(s) 10.29.39 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325" y="1485743"/>
            <a:ext cx="1331700" cy="3046200"/>
          </a:xfrm>
          <a:prstGeom prst="roundRect">
            <a:avLst>
              <a:gd fmla="val 7092" name="adj"/>
            </a:avLst>
          </a:prstGeom>
          <a:noFill/>
          <a:ln>
            <a:noFill/>
          </a:ln>
        </p:spPr>
      </p:pic>
      <p:sp>
        <p:nvSpPr>
          <p:cNvPr id="508" name="Google Shape;508;p25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9" name="Google Shape;509;p25"/>
          <p:cNvPicPr preferRelativeResize="0"/>
          <p:nvPr/>
        </p:nvPicPr>
        <p:blipFill rotWithShape="1">
          <a:blip r:embed="rId4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5"/>
          <p:cNvSpPr/>
          <p:nvPr/>
        </p:nvSpPr>
        <p:spPr>
          <a:xfrm>
            <a:off x="7034625" y="1724850"/>
            <a:ext cx="1389300" cy="2737800"/>
          </a:xfrm>
          <a:prstGeom prst="roundRect">
            <a:avLst>
              <a:gd fmla="val 9811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sp>
        <p:nvSpPr>
          <p:cNvPr id="511" name="Google Shape;511;p25"/>
          <p:cNvSpPr txBox="1"/>
          <p:nvPr/>
        </p:nvSpPr>
        <p:spPr>
          <a:xfrm>
            <a:off x="6963924" y="1036725"/>
            <a:ext cx="89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 sz="1437">
              <a:solidFill>
                <a:srgbClr val="666666"/>
              </a:solidFill>
            </a:endParaRPr>
          </a:p>
        </p:txBody>
      </p:sp>
      <p:cxnSp>
        <p:nvCxnSpPr>
          <p:cNvPr id="512" name="Google Shape;512;p25"/>
          <p:cNvCxnSpPr/>
          <p:nvPr/>
        </p:nvCxnSpPr>
        <p:spPr>
          <a:xfrm rot="10800000">
            <a:off x="5931471" y="2750750"/>
            <a:ext cx="0" cy="69660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13" name="Google Shape;513;p25"/>
          <p:cNvCxnSpPr/>
          <p:nvPr/>
        </p:nvCxnSpPr>
        <p:spPr>
          <a:xfrm>
            <a:off x="6589496" y="3689307"/>
            <a:ext cx="4761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14" name="Google Shape;514;p25"/>
          <p:cNvSpPr/>
          <p:nvPr/>
        </p:nvSpPr>
        <p:spPr>
          <a:xfrm>
            <a:off x="5039338" y="3453662"/>
            <a:ext cx="1788900" cy="4713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 txBox="1"/>
          <p:nvPr/>
        </p:nvSpPr>
        <p:spPr>
          <a:xfrm>
            <a:off x="5039338" y="3593350"/>
            <a:ext cx="17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Exportar imágenes en dimensión </a:t>
            </a:r>
            <a:r>
              <a:rPr b="1"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3X.</a:t>
            </a:r>
            <a:endParaRPr b="1"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5034713" y="3421993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Medium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2)</a:t>
            </a:r>
            <a:endParaRPr i="1" sz="2600">
              <a:solidFill>
                <a:schemeClr val="dk2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519" name="Google Shape;51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8300" y="1724860"/>
            <a:ext cx="3133200" cy="96930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5"/>
          <p:cNvSpPr/>
          <p:nvPr/>
        </p:nvSpPr>
        <p:spPr>
          <a:xfrm>
            <a:off x="3496700" y="1684206"/>
            <a:ext cx="3234300" cy="10506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1" name="Google Shape;521;p25"/>
          <p:cNvCxnSpPr>
            <a:stCxn id="522" idx="3"/>
          </p:cNvCxnSpPr>
          <p:nvPr/>
        </p:nvCxnSpPr>
        <p:spPr>
          <a:xfrm>
            <a:off x="3049596" y="1932346"/>
            <a:ext cx="4320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523" name="Google Shape;523;p25"/>
          <p:cNvGrpSpPr/>
          <p:nvPr/>
        </p:nvGrpSpPr>
        <p:grpSpPr>
          <a:xfrm>
            <a:off x="2870922" y="1843030"/>
            <a:ext cx="178674" cy="178632"/>
            <a:chOff x="3230576" y="1619106"/>
            <a:chExt cx="162638" cy="162600"/>
          </a:xfrm>
        </p:grpSpPr>
        <p:sp>
          <p:nvSpPr>
            <p:cNvPr id="524" name="Google Shape;524;p25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522" name="Google Shape;522;p25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525" name="Google Shape;525;p25"/>
          <p:cNvSpPr/>
          <p:nvPr/>
        </p:nvSpPr>
        <p:spPr>
          <a:xfrm>
            <a:off x="278600" y="791800"/>
            <a:ext cx="2398500" cy="1683300"/>
          </a:xfrm>
          <a:prstGeom prst="roundRect">
            <a:avLst>
              <a:gd fmla="val 7723" name="adj"/>
            </a:avLst>
          </a:prstGeom>
          <a:solidFill>
            <a:srgbClr val="EDF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27" name="Google Shape;527;p25"/>
          <p:cNvSpPr txBox="1"/>
          <p:nvPr/>
        </p:nvSpPr>
        <p:spPr>
          <a:xfrm>
            <a:off x="442500" y="1109000"/>
            <a:ext cx="1949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Beneficios y contenido a resaltar de un producto o campaña.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Secciones secundarias.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Puede o no tener CTA (Call to action)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Información relevante, no urgente.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Redirecciones a otras páginas.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Destacar contenido.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528" name="Google Shape;528;p25" title="Defaul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44" y="866775"/>
            <a:ext cx="274182" cy="2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5"/>
          <p:cNvSpPr/>
          <p:nvPr/>
        </p:nvSpPr>
        <p:spPr>
          <a:xfrm>
            <a:off x="278600" y="2561650"/>
            <a:ext cx="2398500" cy="2311500"/>
          </a:xfrm>
          <a:prstGeom prst="roundRect">
            <a:avLst>
              <a:gd fmla="val 7723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5"/>
          <p:cNvSpPr txBox="1"/>
          <p:nvPr/>
        </p:nvSpPr>
        <p:spPr>
          <a:xfrm>
            <a:off x="682187" y="2610749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Dont´s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531" name="Google Shape;531;p25" title="Default Copi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350" y="2616200"/>
            <a:ext cx="264867" cy="264564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5"/>
          <p:cNvSpPr txBox="1"/>
          <p:nvPr/>
        </p:nvSpPr>
        <p:spPr>
          <a:xfrm>
            <a:off x="442500" y="2855350"/>
            <a:ext cx="2179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como hero banner.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debe tener más de un CTA (call to action).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gifs.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más de un banner medium por página.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debería tener imágenes con datos relevantes.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repetir info de título y descripción del banner dentro de la imagen.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Im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ágenes con bajo contraste, pierde legibilidad.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33" name="Google Shape;533;p25"/>
          <p:cNvSpPr txBox="1"/>
          <p:nvPr/>
        </p:nvSpPr>
        <p:spPr>
          <a:xfrm>
            <a:off x="3581422" y="12250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4212312" y="124743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pic>
        <p:nvPicPr>
          <p:cNvPr id="535" name="Google Shape;53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03738" y="2349175"/>
            <a:ext cx="570175" cy="1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18421" y="2973200"/>
            <a:ext cx="829125" cy="1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96538" y="2974949"/>
            <a:ext cx="846982" cy="1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6"/>
          <p:cNvSpPr/>
          <p:nvPr/>
        </p:nvSpPr>
        <p:spPr>
          <a:xfrm>
            <a:off x="2793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3661000" y="3644875"/>
            <a:ext cx="2570100" cy="9411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4" name="Google Shape;544;p26" title="Captura de pantalla 2025-11-28 a la(s) 10.48.13 a.m..png"/>
          <p:cNvPicPr preferRelativeResize="0"/>
          <p:nvPr/>
        </p:nvPicPr>
        <p:blipFill rotWithShape="1">
          <a:blip r:embed="rId3">
            <a:alphaModFix/>
          </a:blip>
          <a:srcRect b="35066" l="0" r="0" t="8258"/>
          <a:stretch/>
        </p:blipFill>
        <p:spPr>
          <a:xfrm>
            <a:off x="6944425" y="1013608"/>
            <a:ext cx="1331700" cy="1644300"/>
          </a:xfrm>
          <a:prstGeom prst="roundRect">
            <a:avLst>
              <a:gd fmla="val 7965" name="adj"/>
            </a:avLst>
          </a:prstGeom>
          <a:noFill/>
          <a:ln>
            <a:noFill/>
          </a:ln>
        </p:spPr>
      </p:pic>
      <p:pic>
        <p:nvPicPr>
          <p:cNvPr id="545" name="Google Shape;545;p26" title="Captura de pantalla 2025-11-28 a la(s) 10.45.14 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0473" y="1118337"/>
            <a:ext cx="3133200" cy="1989000"/>
          </a:xfrm>
          <a:prstGeom prst="roundRect">
            <a:avLst>
              <a:gd fmla="val 5430" name="adj"/>
            </a:avLst>
          </a:prstGeom>
          <a:noFill/>
          <a:ln>
            <a:noFill/>
          </a:ln>
        </p:spPr>
      </p:pic>
      <p:sp>
        <p:nvSpPr>
          <p:cNvPr id="546" name="Google Shape;546;p26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7" name="Google Shape;547;p26"/>
          <p:cNvPicPr preferRelativeResize="0"/>
          <p:nvPr/>
        </p:nvPicPr>
        <p:blipFill rotWithShape="1">
          <a:blip r:embed="rId5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6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6"/>
          <p:cNvSpPr txBox="1"/>
          <p:nvPr/>
        </p:nvSpPr>
        <p:spPr>
          <a:xfrm>
            <a:off x="500025" y="906075"/>
            <a:ext cx="1983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 </a:t>
            </a:r>
            <a:endParaRPr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50" name="Google Shape;550;p26"/>
          <p:cNvSpPr txBox="1"/>
          <p:nvPr/>
        </p:nvSpPr>
        <p:spPr>
          <a:xfrm>
            <a:off x="411775" y="1270854"/>
            <a:ext cx="207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El Banner Small s</a:t>
            </a: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e usa como banner secundario, para promociones menos agresivas</a:t>
            </a: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6912975" y="1099433"/>
            <a:ext cx="1382700" cy="14793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6"/>
          <p:cNvSpPr/>
          <p:nvPr/>
        </p:nvSpPr>
        <p:spPr>
          <a:xfrm>
            <a:off x="3661000" y="1404800"/>
            <a:ext cx="2570100" cy="12228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6"/>
          <p:cNvSpPr txBox="1"/>
          <p:nvPr/>
        </p:nvSpPr>
        <p:spPr>
          <a:xfrm>
            <a:off x="3390472" y="791807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554" name="Google Shape;554;p26"/>
          <p:cNvSpPr txBox="1"/>
          <p:nvPr/>
        </p:nvSpPr>
        <p:spPr>
          <a:xfrm>
            <a:off x="6931497" y="7556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cxnSp>
        <p:nvCxnSpPr>
          <p:cNvPr id="555" name="Google Shape;555;p26"/>
          <p:cNvCxnSpPr/>
          <p:nvPr/>
        </p:nvCxnSpPr>
        <p:spPr>
          <a:xfrm>
            <a:off x="3101678" y="1860533"/>
            <a:ext cx="769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556" name="Google Shape;556;p26"/>
          <p:cNvGrpSpPr/>
          <p:nvPr/>
        </p:nvGrpSpPr>
        <p:grpSpPr>
          <a:xfrm>
            <a:off x="2939026" y="1779240"/>
            <a:ext cx="162638" cy="162600"/>
            <a:chOff x="3230576" y="1619106"/>
            <a:chExt cx="162638" cy="162600"/>
          </a:xfrm>
        </p:grpSpPr>
        <p:sp>
          <p:nvSpPr>
            <p:cNvPr id="557" name="Google Shape;557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559" name="Google Shape;559;p26"/>
          <p:cNvCxnSpPr/>
          <p:nvPr/>
        </p:nvCxnSpPr>
        <p:spPr>
          <a:xfrm>
            <a:off x="3101678" y="2119428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560" name="Google Shape;560;p26"/>
          <p:cNvGrpSpPr/>
          <p:nvPr/>
        </p:nvGrpSpPr>
        <p:grpSpPr>
          <a:xfrm>
            <a:off x="2939026" y="2038135"/>
            <a:ext cx="162638" cy="162600"/>
            <a:chOff x="3230576" y="1619106"/>
            <a:chExt cx="162638" cy="162600"/>
          </a:xfrm>
        </p:grpSpPr>
        <p:sp>
          <p:nvSpPr>
            <p:cNvPr id="561" name="Google Shape;561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563" name="Google Shape;563;p26"/>
          <p:cNvCxnSpPr/>
          <p:nvPr/>
        </p:nvCxnSpPr>
        <p:spPr>
          <a:xfrm>
            <a:off x="3101678" y="2308372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564" name="Google Shape;564;p26"/>
          <p:cNvGrpSpPr/>
          <p:nvPr/>
        </p:nvGrpSpPr>
        <p:grpSpPr>
          <a:xfrm>
            <a:off x="2939026" y="2227079"/>
            <a:ext cx="162638" cy="162600"/>
            <a:chOff x="3230576" y="1619106"/>
            <a:chExt cx="162638" cy="162600"/>
          </a:xfrm>
        </p:grpSpPr>
        <p:sp>
          <p:nvSpPr>
            <p:cNvPr id="565" name="Google Shape;565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567" name="Google Shape;567;p26"/>
          <p:cNvCxnSpPr>
            <a:stCxn id="568" idx="3"/>
          </p:cNvCxnSpPr>
          <p:nvPr/>
        </p:nvCxnSpPr>
        <p:spPr>
          <a:xfrm>
            <a:off x="3101664" y="1519400"/>
            <a:ext cx="220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569" name="Google Shape;569;p26"/>
          <p:cNvGrpSpPr/>
          <p:nvPr/>
        </p:nvGrpSpPr>
        <p:grpSpPr>
          <a:xfrm>
            <a:off x="2939026" y="1438100"/>
            <a:ext cx="162638" cy="162600"/>
            <a:chOff x="3230576" y="1619106"/>
            <a:chExt cx="162638" cy="162600"/>
          </a:xfrm>
        </p:grpSpPr>
        <p:sp>
          <p:nvSpPr>
            <p:cNvPr id="570" name="Google Shape;570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571" name="Google Shape;571;p26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6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Small - </a:t>
            </a:r>
            <a:r>
              <a:rPr b="1" lang="es" sz="20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(EST - Dav Banner Small en el CMS)</a:t>
            </a:r>
            <a:endParaRPr sz="20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573" name="Google Shape;573;p26"/>
          <p:cNvPicPr preferRelativeResize="0"/>
          <p:nvPr/>
        </p:nvPicPr>
        <p:blipFill rotWithShape="1">
          <a:blip r:embed="rId6">
            <a:alphaModFix/>
          </a:blip>
          <a:srcRect b="9111" l="0" r="0" t="3947"/>
          <a:stretch/>
        </p:blipFill>
        <p:spPr>
          <a:xfrm>
            <a:off x="6938475" y="2944325"/>
            <a:ext cx="1331700" cy="18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6"/>
          <p:cNvSpPr/>
          <p:nvPr/>
        </p:nvSpPr>
        <p:spPr>
          <a:xfrm>
            <a:off x="6912975" y="2889997"/>
            <a:ext cx="1382700" cy="19380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7432868" y="762865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576" name="Google Shape;576;p26"/>
          <p:cNvSpPr txBox="1"/>
          <p:nvPr/>
        </p:nvSpPr>
        <p:spPr>
          <a:xfrm>
            <a:off x="6937236" y="2549044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4021362" y="814225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pic>
        <p:nvPicPr>
          <p:cNvPr id="578" name="Google Shape;578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57825" y="3683825"/>
            <a:ext cx="2398499" cy="8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6"/>
          <p:cNvSpPr txBox="1"/>
          <p:nvPr/>
        </p:nvSpPr>
        <p:spPr>
          <a:xfrm>
            <a:off x="3613137" y="3151100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cxnSp>
        <p:nvCxnSpPr>
          <p:cNvPr id="580" name="Google Shape;580;p26"/>
          <p:cNvCxnSpPr>
            <a:stCxn id="581" idx="3"/>
            <a:endCxn id="578" idx="1"/>
          </p:cNvCxnSpPr>
          <p:nvPr/>
        </p:nvCxnSpPr>
        <p:spPr>
          <a:xfrm>
            <a:off x="3101664" y="4090725"/>
            <a:ext cx="656100" cy="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582" name="Google Shape;582;p26"/>
          <p:cNvGrpSpPr/>
          <p:nvPr/>
        </p:nvGrpSpPr>
        <p:grpSpPr>
          <a:xfrm>
            <a:off x="2939026" y="4009425"/>
            <a:ext cx="162638" cy="162600"/>
            <a:chOff x="3230576" y="1619106"/>
            <a:chExt cx="162638" cy="162600"/>
          </a:xfrm>
        </p:grpSpPr>
        <p:sp>
          <p:nvSpPr>
            <p:cNvPr id="583" name="Google Shape;583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584" name="Google Shape;584;p26"/>
          <p:cNvSpPr txBox="1"/>
          <p:nvPr/>
        </p:nvSpPr>
        <p:spPr>
          <a:xfrm>
            <a:off x="662675" y="2702003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500025" y="2139242"/>
            <a:ext cx="1983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Partes </a:t>
            </a:r>
            <a:endParaRPr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86" name="Google Shape;586;p26"/>
          <p:cNvSpPr txBox="1"/>
          <p:nvPr/>
        </p:nvSpPr>
        <p:spPr>
          <a:xfrm>
            <a:off x="662675" y="2980439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87" name="Google Shape;587;p26"/>
          <p:cNvSpPr txBox="1"/>
          <p:nvPr/>
        </p:nvSpPr>
        <p:spPr>
          <a:xfrm>
            <a:off x="662675" y="3248551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588" name="Google Shape;588;p26"/>
          <p:cNvSpPr txBox="1"/>
          <p:nvPr/>
        </p:nvSpPr>
        <p:spPr>
          <a:xfrm>
            <a:off x="662675" y="3513741"/>
            <a:ext cx="182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CTA (Botón): 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Solo cambia el label.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589" name="Google Shape;589;p26"/>
          <p:cNvGrpSpPr/>
          <p:nvPr/>
        </p:nvGrpSpPr>
        <p:grpSpPr>
          <a:xfrm>
            <a:off x="500026" y="2810873"/>
            <a:ext cx="162638" cy="162600"/>
            <a:chOff x="3230576" y="1619106"/>
            <a:chExt cx="162638" cy="162600"/>
          </a:xfrm>
        </p:grpSpPr>
        <p:sp>
          <p:nvSpPr>
            <p:cNvPr id="590" name="Google Shape;590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592" name="Google Shape;592;p26"/>
          <p:cNvGrpSpPr/>
          <p:nvPr/>
        </p:nvGrpSpPr>
        <p:grpSpPr>
          <a:xfrm>
            <a:off x="500026" y="3083784"/>
            <a:ext cx="162638" cy="162600"/>
            <a:chOff x="3230576" y="1619106"/>
            <a:chExt cx="162638" cy="162600"/>
          </a:xfrm>
        </p:grpSpPr>
        <p:sp>
          <p:nvSpPr>
            <p:cNvPr id="593" name="Google Shape;593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595" name="Google Shape;595;p26"/>
          <p:cNvGrpSpPr/>
          <p:nvPr/>
        </p:nvGrpSpPr>
        <p:grpSpPr>
          <a:xfrm>
            <a:off x="500026" y="3351896"/>
            <a:ext cx="162638" cy="162600"/>
            <a:chOff x="3230576" y="1619106"/>
            <a:chExt cx="162638" cy="162600"/>
          </a:xfrm>
        </p:grpSpPr>
        <p:sp>
          <p:nvSpPr>
            <p:cNvPr id="596" name="Google Shape;596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598" name="Google Shape;598;p26"/>
          <p:cNvGrpSpPr/>
          <p:nvPr/>
        </p:nvGrpSpPr>
        <p:grpSpPr>
          <a:xfrm>
            <a:off x="500026" y="3617087"/>
            <a:ext cx="162638" cy="162600"/>
            <a:chOff x="3230576" y="1619106"/>
            <a:chExt cx="162638" cy="162600"/>
          </a:xfrm>
        </p:grpSpPr>
        <p:sp>
          <p:nvSpPr>
            <p:cNvPr id="599" name="Google Shape;599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601" name="Google Shape;601;p26"/>
          <p:cNvSpPr/>
          <p:nvPr/>
        </p:nvSpPr>
        <p:spPr>
          <a:xfrm>
            <a:off x="1757013" y="2810878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02" name="Google Shape;602;p26"/>
          <p:cNvSpPr/>
          <p:nvPr/>
        </p:nvSpPr>
        <p:spPr>
          <a:xfrm>
            <a:off x="1757013" y="3083778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03" name="Google Shape;603;p26"/>
          <p:cNvSpPr/>
          <p:nvPr/>
        </p:nvSpPr>
        <p:spPr>
          <a:xfrm>
            <a:off x="1757013" y="3356678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04" name="Google Shape;604;p26"/>
          <p:cNvSpPr txBox="1"/>
          <p:nvPr/>
        </p:nvSpPr>
        <p:spPr>
          <a:xfrm>
            <a:off x="443154" y="241524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605" name="Google Shape;605;p26"/>
          <p:cNvSpPr txBox="1"/>
          <p:nvPr/>
        </p:nvSpPr>
        <p:spPr>
          <a:xfrm>
            <a:off x="662675" y="4348700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606" name="Google Shape;606;p26"/>
          <p:cNvGrpSpPr/>
          <p:nvPr/>
        </p:nvGrpSpPr>
        <p:grpSpPr>
          <a:xfrm>
            <a:off x="500026" y="4457570"/>
            <a:ext cx="162638" cy="162600"/>
            <a:chOff x="3230576" y="1619106"/>
            <a:chExt cx="162638" cy="162600"/>
          </a:xfrm>
        </p:grpSpPr>
        <p:sp>
          <p:nvSpPr>
            <p:cNvPr id="607" name="Google Shape;607;p26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6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609" name="Google Shape;609;p26"/>
          <p:cNvSpPr/>
          <p:nvPr/>
        </p:nvSpPr>
        <p:spPr>
          <a:xfrm>
            <a:off x="1757013" y="4457575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10" name="Google Shape;610;p26"/>
          <p:cNvSpPr txBox="1"/>
          <p:nvPr/>
        </p:nvSpPr>
        <p:spPr>
          <a:xfrm>
            <a:off x="443154" y="4098922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7"/>
          <p:cNvSpPr/>
          <p:nvPr/>
        </p:nvSpPr>
        <p:spPr>
          <a:xfrm>
            <a:off x="2790701" y="780393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6" name="Google Shape;616;p27" title="Captura de pantalla 2025-11-28 a la(s) 10.48.13 a.m..png"/>
          <p:cNvPicPr preferRelativeResize="0"/>
          <p:nvPr/>
        </p:nvPicPr>
        <p:blipFill rotWithShape="1">
          <a:blip r:embed="rId3">
            <a:alphaModFix/>
          </a:blip>
          <a:srcRect b="35066" l="0" r="0" t="8258"/>
          <a:stretch/>
        </p:blipFill>
        <p:spPr>
          <a:xfrm>
            <a:off x="7010333" y="1193124"/>
            <a:ext cx="1199400" cy="1480800"/>
          </a:xfrm>
          <a:prstGeom prst="roundRect">
            <a:avLst>
              <a:gd fmla="val 7965" name="adj"/>
            </a:avLst>
          </a:prstGeom>
          <a:noFill/>
          <a:ln>
            <a:noFill/>
          </a:ln>
        </p:spPr>
      </p:pic>
      <p:pic>
        <p:nvPicPr>
          <p:cNvPr id="617" name="Google Shape;617;p27" title="Captura de pantalla 2025-11-28 a la(s) 10.45.14 a.m..png"/>
          <p:cNvPicPr preferRelativeResize="0"/>
          <p:nvPr/>
        </p:nvPicPr>
        <p:blipFill rotWithShape="1">
          <a:blip r:embed="rId4">
            <a:alphaModFix/>
          </a:blip>
          <a:srcRect b="18403" l="0" r="0" t="8743"/>
          <a:stretch/>
        </p:blipFill>
        <p:spPr>
          <a:xfrm>
            <a:off x="3390475" y="1547988"/>
            <a:ext cx="3133200" cy="1449000"/>
          </a:xfrm>
          <a:prstGeom prst="roundRect">
            <a:avLst>
              <a:gd fmla="val 5430" name="adj"/>
            </a:avLst>
          </a:prstGeom>
          <a:noFill/>
          <a:ln>
            <a:noFill/>
          </a:ln>
        </p:spPr>
      </p:pic>
      <p:sp>
        <p:nvSpPr>
          <p:cNvPr id="618" name="Google Shape;618;p27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27"/>
          <p:cNvPicPr preferRelativeResize="0"/>
          <p:nvPr/>
        </p:nvPicPr>
        <p:blipFill rotWithShape="1">
          <a:blip r:embed="rId5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7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7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Anatomía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621150" y="1308525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 Banner small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623" name="Google Shape;623;p27"/>
          <p:cNvPicPr preferRelativeResize="0"/>
          <p:nvPr/>
        </p:nvPicPr>
        <p:blipFill>
          <a:blip r:embed="rId6">
            <a:alphaModFix amt="46000"/>
          </a:blip>
          <a:stretch>
            <a:fillRect/>
          </a:stretch>
        </p:blipFill>
        <p:spPr>
          <a:xfrm>
            <a:off x="442500" y="915200"/>
            <a:ext cx="178675" cy="17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4" name="Google Shape;624;p27"/>
          <p:cNvGrpSpPr/>
          <p:nvPr/>
        </p:nvGrpSpPr>
        <p:grpSpPr>
          <a:xfrm>
            <a:off x="442472" y="1400839"/>
            <a:ext cx="178674" cy="178632"/>
            <a:chOff x="3230576" y="1619106"/>
            <a:chExt cx="162638" cy="162600"/>
          </a:xfrm>
        </p:grpSpPr>
        <p:sp>
          <p:nvSpPr>
            <p:cNvPr id="625" name="Google Shape;625;p27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626" name="Google Shape;626;p27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627" name="Google Shape;627;p27"/>
          <p:cNvSpPr txBox="1"/>
          <p:nvPr/>
        </p:nvSpPr>
        <p:spPr>
          <a:xfrm>
            <a:off x="621150" y="1529651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 (Con imagen):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(328 px X  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236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(984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px  X  708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28" name="Google Shape;628;p27"/>
          <p:cNvSpPr txBox="1"/>
          <p:nvPr/>
        </p:nvSpPr>
        <p:spPr>
          <a:xfrm>
            <a:off x="621150" y="2667975"/>
            <a:ext cx="192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Formato de exportación:  WEBP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Peso máx: 100k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7"/>
          <p:cNvSpPr txBox="1"/>
          <p:nvPr/>
        </p:nvSpPr>
        <p:spPr>
          <a:xfrm>
            <a:off x="621150" y="2099726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(570 px X 439 px)</a:t>
            </a:r>
            <a:endParaRPr i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(1710 px X 1317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31" name="Google Shape;631;p27"/>
          <p:cNvSpPr txBox="1"/>
          <p:nvPr/>
        </p:nvSpPr>
        <p:spPr>
          <a:xfrm>
            <a:off x="621150" y="3103653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 Banner small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632" name="Google Shape;632;p27"/>
          <p:cNvGrpSpPr/>
          <p:nvPr/>
        </p:nvGrpSpPr>
        <p:grpSpPr>
          <a:xfrm>
            <a:off x="442472" y="3195968"/>
            <a:ext cx="178674" cy="178632"/>
            <a:chOff x="3230576" y="1619106"/>
            <a:chExt cx="162638" cy="162600"/>
          </a:xfrm>
        </p:grpSpPr>
        <p:sp>
          <p:nvSpPr>
            <p:cNvPr id="633" name="Google Shape;633;p27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634" name="Google Shape;634;p27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635" name="Google Shape;635;p27"/>
          <p:cNvSpPr/>
          <p:nvPr/>
        </p:nvSpPr>
        <p:spPr>
          <a:xfrm>
            <a:off x="7010333" y="1259783"/>
            <a:ext cx="1199400" cy="1305000"/>
          </a:xfrm>
          <a:prstGeom prst="roundRect">
            <a:avLst>
              <a:gd fmla="val 9811" name="adj"/>
            </a:avLst>
          </a:prstGeom>
          <a:noFill/>
          <a:ln cap="flat" cmpd="sng" w="9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5"/>
          </a:p>
        </p:txBody>
      </p:sp>
      <p:sp>
        <p:nvSpPr>
          <p:cNvPr id="636" name="Google Shape;636;p27"/>
          <p:cNvSpPr/>
          <p:nvPr/>
        </p:nvSpPr>
        <p:spPr>
          <a:xfrm>
            <a:off x="5128250" y="1710063"/>
            <a:ext cx="936900" cy="1108500"/>
          </a:xfrm>
          <a:prstGeom prst="roundRect">
            <a:avLst>
              <a:gd fmla="val 3067" name="adj"/>
            </a:avLst>
          </a:prstGeom>
          <a:noFill/>
          <a:ln cap="flat" cmpd="sng" w="104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0450" lIns="100450" spcFirstLastPara="1" rIns="100450" wrap="square" tIns="10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sp>
        <p:nvSpPr>
          <p:cNvPr id="637" name="Google Shape;637;p27"/>
          <p:cNvSpPr txBox="1"/>
          <p:nvPr/>
        </p:nvSpPr>
        <p:spPr>
          <a:xfrm>
            <a:off x="6963925" y="715657"/>
            <a:ext cx="1710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4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 </a:t>
            </a:r>
            <a:endParaRPr i="1" sz="1437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(Sin imagen)</a:t>
            </a:r>
            <a:endParaRPr i="1" sz="1037">
              <a:solidFill>
                <a:srgbClr val="666666"/>
              </a:solidFill>
            </a:endParaRPr>
          </a:p>
        </p:txBody>
      </p:sp>
      <p:cxnSp>
        <p:nvCxnSpPr>
          <p:cNvPr id="638" name="Google Shape;638;p27"/>
          <p:cNvCxnSpPr>
            <a:stCxn id="639" idx="3"/>
          </p:cNvCxnSpPr>
          <p:nvPr/>
        </p:nvCxnSpPr>
        <p:spPr>
          <a:xfrm>
            <a:off x="3049596" y="2159819"/>
            <a:ext cx="8061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640" name="Google Shape;640;p27"/>
          <p:cNvGrpSpPr/>
          <p:nvPr/>
        </p:nvGrpSpPr>
        <p:grpSpPr>
          <a:xfrm>
            <a:off x="2870922" y="2070503"/>
            <a:ext cx="178674" cy="178632"/>
            <a:chOff x="3230576" y="1619106"/>
            <a:chExt cx="162638" cy="162600"/>
          </a:xfrm>
        </p:grpSpPr>
        <p:sp>
          <p:nvSpPr>
            <p:cNvPr id="641" name="Google Shape;641;p27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639" name="Google Shape;639;p27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642" name="Google Shape;642;p27"/>
          <p:cNvCxnSpPr>
            <a:stCxn id="643" idx="3"/>
          </p:cNvCxnSpPr>
          <p:nvPr/>
        </p:nvCxnSpPr>
        <p:spPr>
          <a:xfrm>
            <a:off x="3049590" y="2392607"/>
            <a:ext cx="8289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644" name="Google Shape;644;p27"/>
          <p:cNvGrpSpPr/>
          <p:nvPr/>
        </p:nvGrpSpPr>
        <p:grpSpPr>
          <a:xfrm>
            <a:off x="2870916" y="2303291"/>
            <a:ext cx="178674" cy="178632"/>
            <a:chOff x="3230576" y="1619106"/>
            <a:chExt cx="162638" cy="162600"/>
          </a:xfrm>
        </p:grpSpPr>
        <p:sp>
          <p:nvSpPr>
            <p:cNvPr id="645" name="Google Shape;645;p27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643" name="Google Shape;643;p27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646" name="Google Shape;646;p27"/>
          <p:cNvCxnSpPr>
            <a:stCxn id="647" idx="3"/>
          </p:cNvCxnSpPr>
          <p:nvPr/>
        </p:nvCxnSpPr>
        <p:spPr>
          <a:xfrm>
            <a:off x="3049596" y="2590084"/>
            <a:ext cx="8232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648" name="Google Shape;648;p27"/>
          <p:cNvGrpSpPr/>
          <p:nvPr/>
        </p:nvGrpSpPr>
        <p:grpSpPr>
          <a:xfrm>
            <a:off x="2870922" y="2500768"/>
            <a:ext cx="178674" cy="178632"/>
            <a:chOff x="3230576" y="1619106"/>
            <a:chExt cx="162638" cy="162600"/>
          </a:xfrm>
        </p:grpSpPr>
        <p:sp>
          <p:nvSpPr>
            <p:cNvPr id="649" name="Google Shape;649;p27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647" name="Google Shape;647;p27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650" name="Google Shape;650;p27"/>
          <p:cNvCxnSpPr>
            <a:stCxn id="651" idx="3"/>
          </p:cNvCxnSpPr>
          <p:nvPr/>
        </p:nvCxnSpPr>
        <p:spPr>
          <a:xfrm>
            <a:off x="3049596" y="1865446"/>
            <a:ext cx="2080200" cy="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652" name="Google Shape;652;p27"/>
          <p:cNvGrpSpPr/>
          <p:nvPr/>
        </p:nvGrpSpPr>
        <p:grpSpPr>
          <a:xfrm>
            <a:off x="2870922" y="1776130"/>
            <a:ext cx="178674" cy="178632"/>
            <a:chOff x="3230576" y="1619106"/>
            <a:chExt cx="162638" cy="162600"/>
          </a:xfrm>
        </p:grpSpPr>
        <p:sp>
          <p:nvSpPr>
            <p:cNvPr id="653" name="Google Shape;653;p27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651" name="Google Shape;651;p27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654" name="Google Shape;654;p27"/>
          <p:cNvSpPr txBox="1"/>
          <p:nvPr/>
        </p:nvSpPr>
        <p:spPr>
          <a:xfrm>
            <a:off x="621150" y="3291829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90 (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máx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55" name="Google Shape;655;p27"/>
          <p:cNvSpPr txBox="1"/>
          <p:nvPr/>
        </p:nvSpPr>
        <p:spPr>
          <a:xfrm>
            <a:off x="621150" y="3534903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 Banner small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656" name="Google Shape;656;p27"/>
          <p:cNvGrpSpPr/>
          <p:nvPr/>
        </p:nvGrpSpPr>
        <p:grpSpPr>
          <a:xfrm>
            <a:off x="442472" y="3627218"/>
            <a:ext cx="178674" cy="178632"/>
            <a:chOff x="3230576" y="1619106"/>
            <a:chExt cx="162638" cy="162600"/>
          </a:xfrm>
        </p:grpSpPr>
        <p:sp>
          <p:nvSpPr>
            <p:cNvPr id="657" name="Google Shape;657;p27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658" name="Google Shape;658;p27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659" name="Google Shape;659;p27"/>
          <p:cNvSpPr txBox="1"/>
          <p:nvPr/>
        </p:nvSpPr>
        <p:spPr>
          <a:xfrm>
            <a:off x="621150" y="3723079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150 (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máx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)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cxnSp>
        <p:nvCxnSpPr>
          <p:cNvPr id="660" name="Google Shape;660;p27"/>
          <p:cNvCxnSpPr/>
          <p:nvPr/>
        </p:nvCxnSpPr>
        <p:spPr>
          <a:xfrm rot="10800000">
            <a:off x="5478008" y="3071787"/>
            <a:ext cx="0" cy="39390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61" name="Google Shape;661;p27"/>
          <p:cNvSpPr/>
          <p:nvPr/>
        </p:nvSpPr>
        <p:spPr>
          <a:xfrm>
            <a:off x="4585875" y="3472000"/>
            <a:ext cx="1788900" cy="4713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7"/>
          <p:cNvSpPr txBox="1"/>
          <p:nvPr/>
        </p:nvSpPr>
        <p:spPr>
          <a:xfrm>
            <a:off x="4585875" y="3611688"/>
            <a:ext cx="17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Exportar imágenes en dimensión </a:t>
            </a:r>
            <a:r>
              <a:rPr b="1"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3X.</a:t>
            </a:r>
            <a:endParaRPr b="1"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63" name="Google Shape;663;p27"/>
          <p:cNvSpPr txBox="1"/>
          <p:nvPr/>
        </p:nvSpPr>
        <p:spPr>
          <a:xfrm>
            <a:off x="4581250" y="3440331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664" name="Google Shape;664;p27"/>
          <p:cNvSpPr txBox="1"/>
          <p:nvPr/>
        </p:nvSpPr>
        <p:spPr>
          <a:xfrm>
            <a:off x="621150" y="3948728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CTA Banner small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665" name="Google Shape;665;p27"/>
          <p:cNvGrpSpPr/>
          <p:nvPr/>
        </p:nvGrpSpPr>
        <p:grpSpPr>
          <a:xfrm>
            <a:off x="442472" y="4041043"/>
            <a:ext cx="178674" cy="178632"/>
            <a:chOff x="3230576" y="1619106"/>
            <a:chExt cx="162638" cy="162600"/>
          </a:xfrm>
        </p:grpSpPr>
        <p:sp>
          <p:nvSpPr>
            <p:cNvPr id="666" name="Google Shape;666;p27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667" name="Google Shape;667;p27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668" name="Google Shape;668;p27"/>
          <p:cNvSpPr txBox="1"/>
          <p:nvPr/>
        </p:nvSpPr>
        <p:spPr>
          <a:xfrm>
            <a:off x="621150" y="4136904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20 (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máx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)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669" name="Google Shape;669;p27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Small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1)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cxnSp>
        <p:nvCxnSpPr>
          <p:cNvPr id="670" name="Google Shape;670;p27"/>
          <p:cNvCxnSpPr>
            <a:stCxn id="662" idx="3"/>
            <a:endCxn id="635" idx="1"/>
          </p:cNvCxnSpPr>
          <p:nvPr/>
        </p:nvCxnSpPr>
        <p:spPr>
          <a:xfrm flipH="1" rot="10800000">
            <a:off x="6374775" y="1912338"/>
            <a:ext cx="635700" cy="18609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671" name="Google Shape;671;p27"/>
          <p:cNvPicPr preferRelativeResize="0"/>
          <p:nvPr/>
        </p:nvPicPr>
        <p:blipFill rotWithShape="1">
          <a:blip r:embed="rId7">
            <a:alphaModFix/>
          </a:blip>
          <a:srcRect b="9111" l="0" r="0" t="3947"/>
          <a:stretch/>
        </p:blipFill>
        <p:spPr>
          <a:xfrm>
            <a:off x="7004975" y="3012533"/>
            <a:ext cx="1199292" cy="1668334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27"/>
          <p:cNvSpPr/>
          <p:nvPr/>
        </p:nvSpPr>
        <p:spPr>
          <a:xfrm>
            <a:off x="7010333" y="2986482"/>
            <a:ext cx="1199400" cy="1721700"/>
          </a:xfrm>
          <a:prstGeom prst="roundRect">
            <a:avLst>
              <a:gd fmla="val 9811" name="adj"/>
            </a:avLst>
          </a:prstGeom>
          <a:noFill/>
          <a:ln cap="flat" cmpd="sng" w="9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5"/>
          </a:p>
        </p:txBody>
      </p:sp>
      <p:sp>
        <p:nvSpPr>
          <p:cNvPr id="673" name="Google Shape;673;p27"/>
          <p:cNvSpPr txBox="1"/>
          <p:nvPr/>
        </p:nvSpPr>
        <p:spPr>
          <a:xfrm>
            <a:off x="6963925" y="2639061"/>
            <a:ext cx="17100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50" lIns="100450" spcFirstLastPara="1" rIns="100450" wrap="square" tIns="100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37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(Con imagen)</a:t>
            </a:r>
            <a:endParaRPr i="1" sz="1037">
              <a:solidFill>
                <a:srgbClr val="666666"/>
              </a:solidFill>
            </a:endParaRPr>
          </a:p>
        </p:txBody>
      </p:sp>
      <p:cxnSp>
        <p:nvCxnSpPr>
          <p:cNvPr id="674" name="Google Shape;674;p27"/>
          <p:cNvCxnSpPr>
            <a:stCxn id="662" idx="2"/>
          </p:cNvCxnSpPr>
          <p:nvPr/>
        </p:nvCxnSpPr>
        <p:spPr>
          <a:xfrm flipH="1" rot="-5400000">
            <a:off x="6122625" y="3292488"/>
            <a:ext cx="238200" cy="1522800"/>
          </a:xfrm>
          <a:prstGeom prst="bentConnector2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75" name="Google Shape;675;p27"/>
          <p:cNvSpPr txBox="1"/>
          <p:nvPr/>
        </p:nvSpPr>
        <p:spPr>
          <a:xfrm>
            <a:off x="3581422" y="12250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676" name="Google Shape;676;p27"/>
          <p:cNvSpPr txBox="1"/>
          <p:nvPr/>
        </p:nvSpPr>
        <p:spPr>
          <a:xfrm>
            <a:off x="4212312" y="124743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677" name="Google Shape;677;p27"/>
          <p:cNvSpPr txBox="1"/>
          <p:nvPr/>
        </p:nvSpPr>
        <p:spPr>
          <a:xfrm>
            <a:off x="7480887" y="753475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"/>
          <p:cNvSpPr/>
          <p:nvPr/>
        </p:nvSpPr>
        <p:spPr>
          <a:xfrm>
            <a:off x="2793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3661000" y="3644875"/>
            <a:ext cx="2570100" cy="9411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4" name="Google Shape;684;p28" title="Captura de pantalla 2025-11-28 a la(s) 10.48.13 a.m..png"/>
          <p:cNvPicPr preferRelativeResize="0"/>
          <p:nvPr/>
        </p:nvPicPr>
        <p:blipFill rotWithShape="1">
          <a:blip r:embed="rId3">
            <a:alphaModFix/>
          </a:blip>
          <a:srcRect b="35066" l="0" r="0" t="8258"/>
          <a:stretch/>
        </p:blipFill>
        <p:spPr>
          <a:xfrm>
            <a:off x="6944425" y="1013608"/>
            <a:ext cx="1331700" cy="1644300"/>
          </a:xfrm>
          <a:prstGeom prst="roundRect">
            <a:avLst>
              <a:gd fmla="val 7965" name="adj"/>
            </a:avLst>
          </a:prstGeom>
          <a:noFill/>
          <a:ln>
            <a:noFill/>
          </a:ln>
        </p:spPr>
      </p:pic>
      <p:pic>
        <p:nvPicPr>
          <p:cNvPr id="685" name="Google Shape;685;p28" title="Captura de pantalla 2025-11-28 a la(s) 10.45.14 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0473" y="1118337"/>
            <a:ext cx="3133200" cy="1989000"/>
          </a:xfrm>
          <a:prstGeom prst="roundRect">
            <a:avLst>
              <a:gd fmla="val 5430" name="adj"/>
            </a:avLst>
          </a:prstGeom>
          <a:noFill/>
          <a:ln>
            <a:noFill/>
          </a:ln>
        </p:spPr>
      </p:pic>
      <p:sp>
        <p:nvSpPr>
          <p:cNvPr id="686" name="Google Shape;686;p28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7" name="Google Shape;687;p28"/>
          <p:cNvPicPr preferRelativeResize="0"/>
          <p:nvPr/>
        </p:nvPicPr>
        <p:blipFill rotWithShape="1">
          <a:blip r:embed="rId5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8"/>
          <p:cNvSpPr/>
          <p:nvPr/>
        </p:nvSpPr>
        <p:spPr>
          <a:xfrm>
            <a:off x="6912975" y="1099433"/>
            <a:ext cx="1382700" cy="14793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8"/>
          <p:cNvSpPr/>
          <p:nvPr/>
        </p:nvSpPr>
        <p:spPr>
          <a:xfrm>
            <a:off x="3661000" y="1404800"/>
            <a:ext cx="2570100" cy="12228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8"/>
          <p:cNvSpPr txBox="1"/>
          <p:nvPr/>
        </p:nvSpPr>
        <p:spPr>
          <a:xfrm>
            <a:off x="3390472" y="791807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691" name="Google Shape;691;p28"/>
          <p:cNvSpPr txBox="1"/>
          <p:nvPr/>
        </p:nvSpPr>
        <p:spPr>
          <a:xfrm>
            <a:off x="6931497" y="7556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cxnSp>
        <p:nvCxnSpPr>
          <p:cNvPr id="692" name="Google Shape;692;p28"/>
          <p:cNvCxnSpPr/>
          <p:nvPr/>
        </p:nvCxnSpPr>
        <p:spPr>
          <a:xfrm>
            <a:off x="3101678" y="1860533"/>
            <a:ext cx="769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693" name="Google Shape;693;p28"/>
          <p:cNvGrpSpPr/>
          <p:nvPr/>
        </p:nvGrpSpPr>
        <p:grpSpPr>
          <a:xfrm>
            <a:off x="2939026" y="1779240"/>
            <a:ext cx="162638" cy="162600"/>
            <a:chOff x="3230576" y="1619106"/>
            <a:chExt cx="162638" cy="162600"/>
          </a:xfrm>
        </p:grpSpPr>
        <p:sp>
          <p:nvSpPr>
            <p:cNvPr id="694" name="Google Shape;694;p2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696" name="Google Shape;696;p28"/>
          <p:cNvCxnSpPr/>
          <p:nvPr/>
        </p:nvCxnSpPr>
        <p:spPr>
          <a:xfrm>
            <a:off x="3101678" y="2119428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697" name="Google Shape;697;p28"/>
          <p:cNvGrpSpPr/>
          <p:nvPr/>
        </p:nvGrpSpPr>
        <p:grpSpPr>
          <a:xfrm>
            <a:off x="2939026" y="2038135"/>
            <a:ext cx="162638" cy="162600"/>
            <a:chOff x="3230576" y="1619106"/>
            <a:chExt cx="162638" cy="162600"/>
          </a:xfrm>
        </p:grpSpPr>
        <p:sp>
          <p:nvSpPr>
            <p:cNvPr id="698" name="Google Shape;698;p2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700" name="Google Shape;700;p28"/>
          <p:cNvCxnSpPr/>
          <p:nvPr/>
        </p:nvCxnSpPr>
        <p:spPr>
          <a:xfrm>
            <a:off x="3101678" y="2308372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01" name="Google Shape;701;p28"/>
          <p:cNvGrpSpPr/>
          <p:nvPr/>
        </p:nvGrpSpPr>
        <p:grpSpPr>
          <a:xfrm>
            <a:off x="2939026" y="2227079"/>
            <a:ext cx="162638" cy="162600"/>
            <a:chOff x="3230576" y="1619106"/>
            <a:chExt cx="162638" cy="162600"/>
          </a:xfrm>
        </p:grpSpPr>
        <p:sp>
          <p:nvSpPr>
            <p:cNvPr id="702" name="Google Shape;702;p2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704" name="Google Shape;704;p28"/>
          <p:cNvCxnSpPr>
            <a:stCxn id="705" idx="3"/>
          </p:cNvCxnSpPr>
          <p:nvPr/>
        </p:nvCxnSpPr>
        <p:spPr>
          <a:xfrm>
            <a:off x="3101664" y="1519400"/>
            <a:ext cx="220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06" name="Google Shape;706;p28"/>
          <p:cNvGrpSpPr/>
          <p:nvPr/>
        </p:nvGrpSpPr>
        <p:grpSpPr>
          <a:xfrm>
            <a:off x="2939026" y="1438100"/>
            <a:ext cx="162638" cy="162600"/>
            <a:chOff x="3230576" y="1619106"/>
            <a:chExt cx="162638" cy="162600"/>
          </a:xfrm>
        </p:grpSpPr>
        <p:sp>
          <p:nvSpPr>
            <p:cNvPr id="707" name="Google Shape;707;p2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708" name="Google Shape;708;p28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9" name="Google Shape;709;p28"/>
          <p:cNvPicPr preferRelativeResize="0"/>
          <p:nvPr/>
        </p:nvPicPr>
        <p:blipFill rotWithShape="1">
          <a:blip r:embed="rId6">
            <a:alphaModFix/>
          </a:blip>
          <a:srcRect b="9111" l="0" r="0" t="3947"/>
          <a:stretch/>
        </p:blipFill>
        <p:spPr>
          <a:xfrm>
            <a:off x="6938475" y="2944325"/>
            <a:ext cx="1331700" cy="18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8"/>
          <p:cNvSpPr/>
          <p:nvPr/>
        </p:nvSpPr>
        <p:spPr>
          <a:xfrm>
            <a:off x="6912975" y="2889997"/>
            <a:ext cx="1382700" cy="19380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8"/>
          <p:cNvSpPr txBox="1"/>
          <p:nvPr/>
        </p:nvSpPr>
        <p:spPr>
          <a:xfrm>
            <a:off x="7432868" y="762865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712" name="Google Shape;712;p28"/>
          <p:cNvSpPr txBox="1"/>
          <p:nvPr/>
        </p:nvSpPr>
        <p:spPr>
          <a:xfrm>
            <a:off x="6937236" y="2549044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713" name="Google Shape;713;p28"/>
          <p:cNvSpPr txBox="1"/>
          <p:nvPr/>
        </p:nvSpPr>
        <p:spPr>
          <a:xfrm>
            <a:off x="4021362" y="814225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pic>
        <p:nvPicPr>
          <p:cNvPr id="714" name="Google Shape;71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57825" y="3683825"/>
            <a:ext cx="2398499" cy="8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28"/>
          <p:cNvSpPr txBox="1"/>
          <p:nvPr/>
        </p:nvSpPr>
        <p:spPr>
          <a:xfrm>
            <a:off x="3613137" y="3151100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cxnSp>
        <p:nvCxnSpPr>
          <p:cNvPr id="716" name="Google Shape;716;p28"/>
          <p:cNvCxnSpPr>
            <a:stCxn id="717" idx="3"/>
            <a:endCxn id="714" idx="1"/>
          </p:cNvCxnSpPr>
          <p:nvPr/>
        </p:nvCxnSpPr>
        <p:spPr>
          <a:xfrm>
            <a:off x="3101664" y="4090725"/>
            <a:ext cx="656100" cy="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18" name="Google Shape;718;p28"/>
          <p:cNvGrpSpPr/>
          <p:nvPr/>
        </p:nvGrpSpPr>
        <p:grpSpPr>
          <a:xfrm>
            <a:off x="2939026" y="4009425"/>
            <a:ext cx="162638" cy="162600"/>
            <a:chOff x="3230576" y="1619106"/>
            <a:chExt cx="162638" cy="162600"/>
          </a:xfrm>
        </p:grpSpPr>
        <p:sp>
          <p:nvSpPr>
            <p:cNvPr id="719" name="Google Shape;719;p28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8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720" name="Google Shape;720;p28"/>
          <p:cNvSpPr/>
          <p:nvPr/>
        </p:nvSpPr>
        <p:spPr>
          <a:xfrm>
            <a:off x="278600" y="791800"/>
            <a:ext cx="2398500" cy="1887000"/>
          </a:xfrm>
          <a:prstGeom prst="roundRect">
            <a:avLst>
              <a:gd fmla="val 7723" name="adj"/>
            </a:avLst>
          </a:prstGeom>
          <a:solidFill>
            <a:srgbClr val="EDF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8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22" name="Google Shape;722;p28"/>
          <p:cNvSpPr txBox="1"/>
          <p:nvPr/>
        </p:nvSpPr>
        <p:spPr>
          <a:xfrm>
            <a:off x="442500" y="1109000"/>
            <a:ext cx="2038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Mensajes complementarios a campañas.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Informaci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ón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complementaria de producto.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Redirecciones a otros productos (Seguros, ecosistemas, etc).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- 1 CTA (call to action)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Imagen contextual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Contin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úa 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el storytelling de la p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ágina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723" name="Google Shape;723;p28" title="Defaul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5044" y="866775"/>
            <a:ext cx="274182" cy="2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28"/>
          <p:cNvSpPr/>
          <p:nvPr/>
        </p:nvSpPr>
        <p:spPr>
          <a:xfrm>
            <a:off x="278600" y="2832000"/>
            <a:ext cx="2398500" cy="2040900"/>
          </a:xfrm>
          <a:prstGeom prst="roundRect">
            <a:avLst>
              <a:gd fmla="val 7723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8"/>
          <p:cNvSpPr txBox="1"/>
          <p:nvPr/>
        </p:nvSpPr>
        <p:spPr>
          <a:xfrm>
            <a:off x="682187" y="3004452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Dont´s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726" name="Google Shape;726;p28" title="Default Copia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4350" y="3009903"/>
            <a:ext cx="264867" cy="264564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8"/>
          <p:cNvSpPr txBox="1"/>
          <p:nvPr/>
        </p:nvSpPr>
        <p:spPr>
          <a:xfrm>
            <a:off x="442500" y="3249046"/>
            <a:ext cx="2129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para alertamientos de producto o canal.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ás de un CTA (call to action)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imágenes de fondo que tengan texto.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28" name="Google Shape;728;p28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Small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1)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9"/>
          <p:cNvSpPr/>
          <p:nvPr/>
        </p:nvSpPr>
        <p:spPr>
          <a:xfrm>
            <a:off x="2790701" y="780393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9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5" name="Google Shape;735;p29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9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9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Anatomía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38" name="Google Shape;738;p29"/>
          <p:cNvSpPr txBox="1"/>
          <p:nvPr/>
        </p:nvSpPr>
        <p:spPr>
          <a:xfrm>
            <a:off x="621150" y="1308525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 Banner small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739" name="Google Shape;739;p29"/>
          <p:cNvPicPr preferRelativeResize="0"/>
          <p:nvPr/>
        </p:nvPicPr>
        <p:blipFill>
          <a:blip r:embed="rId4">
            <a:alphaModFix amt="46000"/>
          </a:blip>
          <a:stretch>
            <a:fillRect/>
          </a:stretch>
        </p:blipFill>
        <p:spPr>
          <a:xfrm>
            <a:off x="442500" y="915200"/>
            <a:ext cx="178675" cy="17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0" name="Google Shape;740;p29"/>
          <p:cNvGrpSpPr/>
          <p:nvPr/>
        </p:nvGrpSpPr>
        <p:grpSpPr>
          <a:xfrm>
            <a:off x="442472" y="1400839"/>
            <a:ext cx="178674" cy="178632"/>
            <a:chOff x="3230576" y="1619106"/>
            <a:chExt cx="162638" cy="162600"/>
          </a:xfrm>
        </p:grpSpPr>
        <p:sp>
          <p:nvSpPr>
            <p:cNvPr id="741" name="Google Shape;741;p2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742" name="Google Shape;742;p29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743" name="Google Shape;743;p29"/>
          <p:cNvSpPr txBox="1"/>
          <p:nvPr/>
        </p:nvSpPr>
        <p:spPr>
          <a:xfrm>
            <a:off x="621150" y="1529651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 (Con imagen):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(328 px X  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486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(984 px  X  1458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44" name="Google Shape;744;p29"/>
          <p:cNvSpPr txBox="1"/>
          <p:nvPr/>
        </p:nvSpPr>
        <p:spPr>
          <a:xfrm>
            <a:off x="621150" y="2667975"/>
            <a:ext cx="192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Formato de exportación:  WEBP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Peso máx: 100k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45" name="Google Shape;745;p29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9"/>
          <p:cNvSpPr txBox="1"/>
          <p:nvPr/>
        </p:nvSpPr>
        <p:spPr>
          <a:xfrm>
            <a:off x="621150" y="2099726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1136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px X 439 px)</a:t>
            </a:r>
            <a:endParaRPr i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(3408 px X 1317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cxnSp>
        <p:nvCxnSpPr>
          <p:cNvPr id="747" name="Google Shape;747;p29"/>
          <p:cNvCxnSpPr>
            <a:stCxn id="748" idx="0"/>
          </p:cNvCxnSpPr>
          <p:nvPr/>
        </p:nvCxnSpPr>
        <p:spPr>
          <a:xfrm flipH="1" rot="10800000">
            <a:off x="5480325" y="2842975"/>
            <a:ext cx="11700" cy="72750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48" name="Google Shape;748;p29"/>
          <p:cNvSpPr/>
          <p:nvPr/>
        </p:nvSpPr>
        <p:spPr>
          <a:xfrm>
            <a:off x="4585875" y="3570475"/>
            <a:ext cx="1788900" cy="4713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9"/>
          <p:cNvSpPr txBox="1"/>
          <p:nvPr/>
        </p:nvSpPr>
        <p:spPr>
          <a:xfrm>
            <a:off x="4585875" y="3710163"/>
            <a:ext cx="17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Exportar imágenes en dimensión </a:t>
            </a:r>
            <a:r>
              <a:rPr b="1"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3X.</a:t>
            </a:r>
            <a:endParaRPr b="1"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50" name="Google Shape;750;p29"/>
          <p:cNvSpPr txBox="1"/>
          <p:nvPr/>
        </p:nvSpPr>
        <p:spPr>
          <a:xfrm>
            <a:off x="4581250" y="3538806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751" name="Google Shape;751;p29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Small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2)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752" name="Google Shape;752;p29"/>
          <p:cNvPicPr preferRelativeResize="0"/>
          <p:nvPr/>
        </p:nvPicPr>
        <p:blipFill rotWithShape="1">
          <a:blip r:embed="rId5">
            <a:alphaModFix/>
          </a:blip>
          <a:srcRect b="9111" l="0" r="0" t="3947"/>
          <a:stretch/>
        </p:blipFill>
        <p:spPr>
          <a:xfrm>
            <a:off x="7004975" y="1664195"/>
            <a:ext cx="1357862" cy="1888932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29"/>
          <p:cNvSpPr/>
          <p:nvPr/>
        </p:nvSpPr>
        <p:spPr>
          <a:xfrm>
            <a:off x="7011042" y="1634699"/>
            <a:ext cx="1358100" cy="1949400"/>
          </a:xfrm>
          <a:prstGeom prst="roundRect">
            <a:avLst>
              <a:gd fmla="val 9811" name="adj"/>
            </a:avLst>
          </a:prstGeom>
          <a:noFill/>
          <a:ln cap="flat" cmpd="sng" w="106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2450" lIns="102450" spcFirstLastPara="1" rIns="102450" wrap="square" tIns="102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cxnSp>
        <p:nvCxnSpPr>
          <p:cNvPr id="754" name="Google Shape;754;p29"/>
          <p:cNvCxnSpPr>
            <a:stCxn id="749" idx="3"/>
            <a:endCxn id="753" idx="2"/>
          </p:cNvCxnSpPr>
          <p:nvPr/>
        </p:nvCxnSpPr>
        <p:spPr>
          <a:xfrm flipH="1" rot="10800000">
            <a:off x="6374775" y="3584013"/>
            <a:ext cx="1315200" cy="287700"/>
          </a:xfrm>
          <a:prstGeom prst="bentConnector2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55" name="Google Shape;755;p29"/>
          <p:cNvSpPr/>
          <p:nvPr/>
        </p:nvSpPr>
        <p:spPr>
          <a:xfrm>
            <a:off x="3581425" y="1600650"/>
            <a:ext cx="3241200" cy="1186800"/>
          </a:xfrm>
          <a:prstGeom prst="roundRect">
            <a:avLst>
              <a:gd fmla="val 8289" name="adj"/>
            </a:avLst>
          </a:prstGeom>
          <a:noFill/>
          <a:ln cap="flat" cmpd="sng" w="120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5300" lIns="115300" spcFirstLastPara="1" rIns="115300" wrap="square" tIns="115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5"/>
          </a:p>
        </p:txBody>
      </p:sp>
      <p:pic>
        <p:nvPicPr>
          <p:cNvPr id="756" name="Google Shape;75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3535" y="1649771"/>
            <a:ext cx="3024839" cy="1043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29"/>
          <p:cNvCxnSpPr>
            <a:stCxn id="758" idx="3"/>
            <a:endCxn id="756" idx="1"/>
          </p:cNvCxnSpPr>
          <p:nvPr/>
        </p:nvCxnSpPr>
        <p:spPr>
          <a:xfrm>
            <a:off x="3022089" y="2169339"/>
            <a:ext cx="6813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59" name="Google Shape;759;p29"/>
          <p:cNvGrpSpPr/>
          <p:nvPr/>
        </p:nvGrpSpPr>
        <p:grpSpPr>
          <a:xfrm>
            <a:off x="2859451" y="2088039"/>
            <a:ext cx="162638" cy="167249"/>
            <a:chOff x="3230576" y="1614458"/>
            <a:chExt cx="162638" cy="167249"/>
          </a:xfrm>
        </p:grpSpPr>
        <p:sp>
          <p:nvSpPr>
            <p:cNvPr id="760" name="Google Shape;760;p29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9"/>
            <p:cNvSpPr txBox="1"/>
            <p:nvPr/>
          </p:nvSpPr>
          <p:spPr>
            <a:xfrm>
              <a:off x="3230613" y="1614458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761" name="Google Shape;761;p29"/>
          <p:cNvSpPr txBox="1"/>
          <p:nvPr/>
        </p:nvSpPr>
        <p:spPr>
          <a:xfrm>
            <a:off x="3581422" y="12250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762" name="Google Shape;762;p29"/>
          <p:cNvSpPr txBox="1"/>
          <p:nvPr/>
        </p:nvSpPr>
        <p:spPr>
          <a:xfrm>
            <a:off x="6931497" y="1233107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763" name="Google Shape;763;p29"/>
          <p:cNvSpPr txBox="1"/>
          <p:nvPr/>
        </p:nvSpPr>
        <p:spPr>
          <a:xfrm>
            <a:off x="7432868" y="1240353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764" name="Google Shape;764;p29"/>
          <p:cNvSpPr txBox="1"/>
          <p:nvPr/>
        </p:nvSpPr>
        <p:spPr>
          <a:xfrm>
            <a:off x="4212312" y="124743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0"/>
          <p:cNvSpPr/>
          <p:nvPr/>
        </p:nvSpPr>
        <p:spPr>
          <a:xfrm>
            <a:off x="2790701" y="780393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0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1" name="Google Shape;771;p30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30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3" name="Google Shape;773;p30"/>
          <p:cNvCxnSpPr>
            <a:stCxn id="774" idx="0"/>
          </p:cNvCxnSpPr>
          <p:nvPr/>
        </p:nvCxnSpPr>
        <p:spPr>
          <a:xfrm flipH="1" rot="10800000">
            <a:off x="5480325" y="2842975"/>
            <a:ext cx="11700" cy="727500"/>
          </a:xfrm>
          <a:prstGeom prst="straightConnector1">
            <a:avLst/>
          </a:prstGeom>
          <a:noFill/>
          <a:ln cap="flat" cmpd="sng" w="104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74" name="Google Shape;774;p30"/>
          <p:cNvSpPr/>
          <p:nvPr/>
        </p:nvSpPr>
        <p:spPr>
          <a:xfrm>
            <a:off x="4585875" y="3570475"/>
            <a:ext cx="1788900" cy="471300"/>
          </a:xfrm>
          <a:prstGeom prst="roundRect">
            <a:avLst>
              <a:gd fmla="val 14739" name="adj"/>
            </a:avLst>
          </a:prstGeom>
          <a:solidFill>
            <a:srgbClr val="CFE2F3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0"/>
          <p:cNvSpPr txBox="1"/>
          <p:nvPr/>
        </p:nvSpPr>
        <p:spPr>
          <a:xfrm>
            <a:off x="4585875" y="3710163"/>
            <a:ext cx="17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Exportar imágenes en dimensión </a:t>
            </a:r>
            <a:r>
              <a:rPr b="1" lang="es" sz="900">
                <a:solidFill>
                  <a:srgbClr val="434343"/>
                </a:solidFill>
                <a:latin typeface="Ropa Sans"/>
                <a:ea typeface="Ropa Sans"/>
                <a:cs typeface="Ropa Sans"/>
                <a:sym typeface="Ropa Sans"/>
              </a:rPr>
              <a:t>3X.</a:t>
            </a:r>
            <a:endParaRPr b="1" sz="9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76" name="Google Shape;776;p30"/>
          <p:cNvSpPr txBox="1"/>
          <p:nvPr/>
        </p:nvSpPr>
        <p:spPr>
          <a:xfrm>
            <a:off x="4581250" y="3538806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155CC"/>
                </a:solidFill>
                <a:latin typeface="Ropa Sans"/>
                <a:ea typeface="Ropa Sans"/>
                <a:cs typeface="Ropa Sans"/>
                <a:sym typeface="Ropa Sans"/>
              </a:rPr>
              <a:t>Nota:</a:t>
            </a:r>
            <a:endParaRPr b="1" sz="1000">
              <a:solidFill>
                <a:srgbClr val="1155CC"/>
              </a:solidFill>
            </a:endParaRPr>
          </a:p>
        </p:txBody>
      </p:sp>
      <p:sp>
        <p:nvSpPr>
          <p:cNvPr id="777" name="Google Shape;777;p30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Small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2)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778" name="Google Shape;778;p30"/>
          <p:cNvPicPr preferRelativeResize="0"/>
          <p:nvPr/>
        </p:nvPicPr>
        <p:blipFill rotWithShape="1">
          <a:blip r:embed="rId4">
            <a:alphaModFix/>
          </a:blip>
          <a:srcRect b="9111" l="0" r="0" t="3947"/>
          <a:stretch/>
        </p:blipFill>
        <p:spPr>
          <a:xfrm>
            <a:off x="7004975" y="1664195"/>
            <a:ext cx="1357862" cy="1888932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30"/>
          <p:cNvSpPr/>
          <p:nvPr/>
        </p:nvSpPr>
        <p:spPr>
          <a:xfrm>
            <a:off x="7011042" y="1634699"/>
            <a:ext cx="1358100" cy="1949400"/>
          </a:xfrm>
          <a:prstGeom prst="roundRect">
            <a:avLst>
              <a:gd fmla="val 9811" name="adj"/>
            </a:avLst>
          </a:prstGeom>
          <a:noFill/>
          <a:ln cap="flat" cmpd="sng" w="106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02450" lIns="102450" spcFirstLastPara="1" rIns="102450" wrap="square" tIns="102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cxnSp>
        <p:nvCxnSpPr>
          <p:cNvPr id="780" name="Google Shape;780;p30"/>
          <p:cNvCxnSpPr>
            <a:stCxn id="775" idx="3"/>
            <a:endCxn id="779" idx="2"/>
          </p:cNvCxnSpPr>
          <p:nvPr/>
        </p:nvCxnSpPr>
        <p:spPr>
          <a:xfrm flipH="1" rot="10800000">
            <a:off x="6374775" y="3584013"/>
            <a:ext cx="1315200" cy="287700"/>
          </a:xfrm>
          <a:prstGeom prst="bentConnector2">
            <a:avLst/>
          </a:prstGeom>
          <a:noFill/>
          <a:ln cap="flat" cmpd="sng" w="9525">
            <a:solidFill>
              <a:srgbClr val="4285F4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81" name="Google Shape;781;p30"/>
          <p:cNvSpPr/>
          <p:nvPr/>
        </p:nvSpPr>
        <p:spPr>
          <a:xfrm>
            <a:off x="3581425" y="1600650"/>
            <a:ext cx="3241200" cy="1186800"/>
          </a:xfrm>
          <a:prstGeom prst="roundRect">
            <a:avLst>
              <a:gd fmla="val 8289" name="adj"/>
            </a:avLst>
          </a:prstGeom>
          <a:noFill/>
          <a:ln cap="flat" cmpd="sng" w="120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5300" lIns="115300" spcFirstLastPara="1" rIns="115300" wrap="square" tIns="115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5"/>
          </a:p>
        </p:txBody>
      </p:sp>
      <p:pic>
        <p:nvPicPr>
          <p:cNvPr id="782" name="Google Shape;78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3535" y="1649771"/>
            <a:ext cx="3024839" cy="1043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3" name="Google Shape;783;p30"/>
          <p:cNvCxnSpPr>
            <a:stCxn id="784" idx="3"/>
            <a:endCxn id="782" idx="1"/>
          </p:cNvCxnSpPr>
          <p:nvPr/>
        </p:nvCxnSpPr>
        <p:spPr>
          <a:xfrm>
            <a:off x="3022089" y="2169339"/>
            <a:ext cx="6813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85" name="Google Shape;785;p30"/>
          <p:cNvGrpSpPr/>
          <p:nvPr/>
        </p:nvGrpSpPr>
        <p:grpSpPr>
          <a:xfrm>
            <a:off x="2859451" y="2088039"/>
            <a:ext cx="162638" cy="167249"/>
            <a:chOff x="3230576" y="1614458"/>
            <a:chExt cx="162638" cy="167249"/>
          </a:xfrm>
        </p:grpSpPr>
        <p:sp>
          <p:nvSpPr>
            <p:cNvPr id="786" name="Google Shape;786;p30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0"/>
            <p:cNvSpPr txBox="1"/>
            <p:nvPr/>
          </p:nvSpPr>
          <p:spPr>
            <a:xfrm>
              <a:off x="3230613" y="1614458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787" name="Google Shape;787;p30"/>
          <p:cNvSpPr/>
          <p:nvPr/>
        </p:nvSpPr>
        <p:spPr>
          <a:xfrm>
            <a:off x="278600" y="791800"/>
            <a:ext cx="2398500" cy="1887000"/>
          </a:xfrm>
          <a:prstGeom prst="roundRect">
            <a:avLst>
              <a:gd fmla="val 7723" name="adj"/>
            </a:avLst>
          </a:prstGeom>
          <a:solidFill>
            <a:srgbClr val="EDF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0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89" name="Google Shape;789;p30"/>
          <p:cNvSpPr txBox="1"/>
          <p:nvPr/>
        </p:nvSpPr>
        <p:spPr>
          <a:xfrm>
            <a:off x="442500" y="1109000"/>
            <a:ext cx="2129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Mensajes complementarios a campañas.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Información complementaria de producto.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Redirecciones a otros productos (Seguros, ecosistemas, etc).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- 1 CTA (call to action)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Imagen contextual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Continúa el storytelling de la página.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790" name="Google Shape;790;p30" title="Defaul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44" y="866775"/>
            <a:ext cx="274182" cy="2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30"/>
          <p:cNvSpPr/>
          <p:nvPr/>
        </p:nvSpPr>
        <p:spPr>
          <a:xfrm>
            <a:off x="278600" y="2832000"/>
            <a:ext cx="2398500" cy="2040900"/>
          </a:xfrm>
          <a:prstGeom prst="roundRect">
            <a:avLst>
              <a:gd fmla="val 7723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0"/>
          <p:cNvSpPr txBox="1"/>
          <p:nvPr/>
        </p:nvSpPr>
        <p:spPr>
          <a:xfrm>
            <a:off x="682187" y="3004452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Dont´s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793" name="Google Shape;793;p30" title="Default Copi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350" y="3009903"/>
            <a:ext cx="264867" cy="264564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30"/>
          <p:cNvSpPr txBox="1"/>
          <p:nvPr/>
        </p:nvSpPr>
        <p:spPr>
          <a:xfrm>
            <a:off x="442500" y="3249046"/>
            <a:ext cx="2129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para alertamientos de producto o canal.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más de un CTA (call to action)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imágenes de fondo que tengan texto.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795" name="Google Shape;795;p30"/>
          <p:cNvSpPr txBox="1"/>
          <p:nvPr/>
        </p:nvSpPr>
        <p:spPr>
          <a:xfrm>
            <a:off x="3581422" y="12250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796" name="Google Shape;796;p30"/>
          <p:cNvSpPr txBox="1"/>
          <p:nvPr/>
        </p:nvSpPr>
        <p:spPr>
          <a:xfrm>
            <a:off x="6931497" y="1233107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797" name="Google Shape;797;p30"/>
          <p:cNvSpPr txBox="1"/>
          <p:nvPr/>
        </p:nvSpPr>
        <p:spPr>
          <a:xfrm>
            <a:off x="7432868" y="1240353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798" name="Google Shape;798;p30"/>
          <p:cNvSpPr txBox="1"/>
          <p:nvPr/>
        </p:nvSpPr>
        <p:spPr>
          <a:xfrm>
            <a:off x="4212312" y="124743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1"/>
          <p:cNvSpPr/>
          <p:nvPr/>
        </p:nvSpPr>
        <p:spPr>
          <a:xfrm>
            <a:off x="2793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4608" y="1176336"/>
            <a:ext cx="934500" cy="1401600"/>
          </a:xfrm>
          <a:prstGeom prst="roundRect">
            <a:avLst>
              <a:gd fmla="val 13514" name="adj"/>
            </a:avLst>
          </a:prstGeom>
          <a:noFill/>
          <a:ln>
            <a:noFill/>
          </a:ln>
        </p:spPr>
      </p:pic>
      <p:grpSp>
        <p:nvGrpSpPr>
          <p:cNvPr id="805" name="Google Shape;805;p31"/>
          <p:cNvGrpSpPr/>
          <p:nvPr/>
        </p:nvGrpSpPr>
        <p:grpSpPr>
          <a:xfrm>
            <a:off x="3400225" y="1131775"/>
            <a:ext cx="3133200" cy="1952100"/>
            <a:chOff x="3400225" y="1131775"/>
            <a:chExt cx="3133200" cy="1952100"/>
          </a:xfrm>
        </p:grpSpPr>
        <p:pic>
          <p:nvPicPr>
            <p:cNvPr id="806" name="Google Shape;806;p31" title="Captura de pantalla 2025-12-02 a la(s) 2.23.21 p.m..png"/>
            <p:cNvPicPr preferRelativeResize="0"/>
            <p:nvPr/>
          </p:nvPicPr>
          <p:blipFill rotWithShape="1">
            <a:blip r:embed="rId4">
              <a:alphaModFix/>
            </a:blip>
            <a:srcRect b="4707" l="0" r="0" t="0"/>
            <a:stretch/>
          </p:blipFill>
          <p:spPr>
            <a:xfrm>
              <a:off x="3400225" y="1131775"/>
              <a:ext cx="3133200" cy="1952100"/>
            </a:xfrm>
            <a:prstGeom prst="roundRect">
              <a:avLst>
                <a:gd fmla="val 4884" name="adj"/>
              </a:avLst>
            </a:prstGeom>
            <a:noFill/>
            <a:ln>
              <a:noFill/>
            </a:ln>
          </p:spPr>
        </p:pic>
        <p:sp>
          <p:nvSpPr>
            <p:cNvPr id="807" name="Google Shape;807;p31"/>
            <p:cNvSpPr/>
            <p:nvPr/>
          </p:nvSpPr>
          <p:spPr>
            <a:xfrm>
              <a:off x="3738425" y="1607700"/>
              <a:ext cx="2499600" cy="79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8" name="Google Shape;80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6049" y="1581450"/>
            <a:ext cx="2101552" cy="79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31" title="Captura de pantalla 2025-12-02 a la(s) 2.26.36 p.m..png"/>
          <p:cNvPicPr preferRelativeResize="0"/>
          <p:nvPr/>
        </p:nvPicPr>
        <p:blipFill rotWithShape="1">
          <a:blip r:embed="rId6">
            <a:alphaModFix/>
          </a:blip>
          <a:srcRect b="2918" l="1902" r="2523" t="2043"/>
          <a:stretch/>
        </p:blipFill>
        <p:spPr>
          <a:xfrm>
            <a:off x="6992425" y="3178343"/>
            <a:ext cx="1142400" cy="1513200"/>
          </a:xfrm>
          <a:prstGeom prst="roundRect">
            <a:avLst>
              <a:gd fmla="val 6020" name="adj"/>
            </a:avLst>
          </a:prstGeom>
          <a:noFill/>
          <a:ln>
            <a:noFill/>
          </a:ln>
        </p:spPr>
      </p:pic>
      <p:pic>
        <p:nvPicPr>
          <p:cNvPr id="810" name="Google Shape;810;p31" title="Captura de pantalla 2025-12-02 a la(s) 2.20.44 p.m..png"/>
          <p:cNvPicPr preferRelativeResize="0"/>
          <p:nvPr/>
        </p:nvPicPr>
        <p:blipFill rotWithShape="1">
          <a:blip r:embed="rId7">
            <a:alphaModFix/>
          </a:blip>
          <a:srcRect b="39652" l="10073" r="10738" t="29641"/>
          <a:stretch/>
        </p:blipFill>
        <p:spPr>
          <a:xfrm>
            <a:off x="3567152" y="3758575"/>
            <a:ext cx="2814900" cy="713700"/>
          </a:xfrm>
          <a:prstGeom prst="roundRect">
            <a:avLst>
              <a:gd fmla="val 4003" name="adj"/>
            </a:avLst>
          </a:prstGeom>
          <a:noFill/>
          <a:ln>
            <a:noFill/>
          </a:ln>
        </p:spPr>
      </p:pic>
      <p:sp>
        <p:nvSpPr>
          <p:cNvPr id="811" name="Google Shape;811;p31"/>
          <p:cNvSpPr/>
          <p:nvPr/>
        </p:nvSpPr>
        <p:spPr>
          <a:xfrm>
            <a:off x="3532625" y="3715800"/>
            <a:ext cx="2904600" cy="7992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1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3" name="Google Shape;813;p31"/>
          <p:cNvPicPr preferRelativeResize="0"/>
          <p:nvPr/>
        </p:nvPicPr>
        <p:blipFill rotWithShape="1">
          <a:blip r:embed="rId8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31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1"/>
          <p:cNvSpPr txBox="1"/>
          <p:nvPr/>
        </p:nvSpPr>
        <p:spPr>
          <a:xfrm>
            <a:off x="500025" y="906075"/>
            <a:ext cx="1983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 </a:t>
            </a:r>
            <a:endParaRPr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16" name="Google Shape;816;p31"/>
          <p:cNvSpPr txBox="1"/>
          <p:nvPr/>
        </p:nvSpPr>
        <p:spPr>
          <a:xfrm>
            <a:off x="411775" y="1270854"/>
            <a:ext cx="207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Se usa para múltiples novedades de oferta de producto o promociones.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17" name="Google Shape;817;p31"/>
          <p:cNvSpPr/>
          <p:nvPr/>
        </p:nvSpPr>
        <p:spPr>
          <a:xfrm>
            <a:off x="7074700" y="1176325"/>
            <a:ext cx="934500" cy="5967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1"/>
          <p:cNvSpPr/>
          <p:nvPr/>
        </p:nvSpPr>
        <p:spPr>
          <a:xfrm>
            <a:off x="5196150" y="1581425"/>
            <a:ext cx="814800" cy="7992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1"/>
          <p:cNvSpPr txBox="1"/>
          <p:nvPr/>
        </p:nvSpPr>
        <p:spPr>
          <a:xfrm>
            <a:off x="3390472" y="791807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820" name="Google Shape;820;p31"/>
          <p:cNvSpPr txBox="1"/>
          <p:nvPr/>
        </p:nvSpPr>
        <p:spPr>
          <a:xfrm>
            <a:off x="6931497" y="755619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821" name="Google Shape;821;p31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1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Mini </a:t>
            </a: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Banner </a:t>
            </a:r>
            <a:r>
              <a:rPr b="1" lang="es" sz="20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(EST Advertising Banner en el CMS)</a:t>
            </a:r>
            <a:endParaRPr sz="2600">
              <a:solidFill>
                <a:srgbClr val="434343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23" name="Google Shape;823;p31"/>
          <p:cNvSpPr/>
          <p:nvPr/>
        </p:nvSpPr>
        <p:spPr>
          <a:xfrm>
            <a:off x="6937225" y="3140492"/>
            <a:ext cx="1270200" cy="16206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1"/>
          <p:cNvSpPr txBox="1"/>
          <p:nvPr/>
        </p:nvSpPr>
        <p:spPr>
          <a:xfrm>
            <a:off x="7432868" y="762865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825" name="Google Shape;825;p31"/>
          <p:cNvSpPr txBox="1"/>
          <p:nvPr/>
        </p:nvSpPr>
        <p:spPr>
          <a:xfrm>
            <a:off x="6937236" y="282544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826" name="Google Shape;826;p31"/>
          <p:cNvSpPr txBox="1"/>
          <p:nvPr/>
        </p:nvSpPr>
        <p:spPr>
          <a:xfrm>
            <a:off x="4021362" y="814225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827" name="Google Shape;827;p31"/>
          <p:cNvSpPr txBox="1"/>
          <p:nvPr/>
        </p:nvSpPr>
        <p:spPr>
          <a:xfrm>
            <a:off x="3613137" y="3349750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cxnSp>
        <p:nvCxnSpPr>
          <p:cNvPr id="828" name="Google Shape;828;p31"/>
          <p:cNvCxnSpPr>
            <a:stCxn id="829" idx="3"/>
            <a:endCxn id="811" idx="1"/>
          </p:cNvCxnSpPr>
          <p:nvPr/>
        </p:nvCxnSpPr>
        <p:spPr>
          <a:xfrm flipH="1" rot="10800000">
            <a:off x="3101664" y="4115429"/>
            <a:ext cx="4311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30" name="Google Shape;830;p31"/>
          <p:cNvGrpSpPr/>
          <p:nvPr/>
        </p:nvGrpSpPr>
        <p:grpSpPr>
          <a:xfrm>
            <a:off x="2939026" y="4036529"/>
            <a:ext cx="162638" cy="162600"/>
            <a:chOff x="3230576" y="1619106"/>
            <a:chExt cx="162638" cy="162600"/>
          </a:xfrm>
        </p:grpSpPr>
        <p:sp>
          <p:nvSpPr>
            <p:cNvPr id="831" name="Google Shape;831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832" name="Google Shape;832;p31"/>
          <p:cNvSpPr txBox="1"/>
          <p:nvPr/>
        </p:nvSpPr>
        <p:spPr>
          <a:xfrm>
            <a:off x="500025" y="2009742"/>
            <a:ext cx="1983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Partes </a:t>
            </a:r>
            <a:endParaRPr sz="16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33" name="Google Shape;833;p31"/>
          <p:cNvSpPr txBox="1"/>
          <p:nvPr/>
        </p:nvSpPr>
        <p:spPr>
          <a:xfrm>
            <a:off x="443154" y="2285747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834" name="Google Shape;834;p31"/>
          <p:cNvSpPr txBox="1"/>
          <p:nvPr/>
        </p:nvSpPr>
        <p:spPr>
          <a:xfrm>
            <a:off x="662675" y="4401284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835" name="Google Shape;835;p31"/>
          <p:cNvGrpSpPr/>
          <p:nvPr/>
        </p:nvGrpSpPr>
        <p:grpSpPr>
          <a:xfrm>
            <a:off x="500026" y="4510155"/>
            <a:ext cx="162638" cy="162600"/>
            <a:chOff x="3230576" y="1619106"/>
            <a:chExt cx="162638" cy="162600"/>
          </a:xfrm>
        </p:grpSpPr>
        <p:sp>
          <p:nvSpPr>
            <p:cNvPr id="836" name="Google Shape;836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838" name="Google Shape;838;p31"/>
          <p:cNvSpPr/>
          <p:nvPr/>
        </p:nvSpPr>
        <p:spPr>
          <a:xfrm>
            <a:off x="1757013" y="4510159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39" name="Google Shape;839;p31"/>
          <p:cNvSpPr txBox="1"/>
          <p:nvPr/>
        </p:nvSpPr>
        <p:spPr>
          <a:xfrm>
            <a:off x="443154" y="4151506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cxnSp>
        <p:nvCxnSpPr>
          <p:cNvPr id="840" name="Google Shape;840;p31"/>
          <p:cNvCxnSpPr/>
          <p:nvPr/>
        </p:nvCxnSpPr>
        <p:spPr>
          <a:xfrm>
            <a:off x="3162998" y="1827344"/>
            <a:ext cx="769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41" name="Google Shape;841;p31"/>
          <p:cNvGrpSpPr/>
          <p:nvPr/>
        </p:nvGrpSpPr>
        <p:grpSpPr>
          <a:xfrm>
            <a:off x="3000346" y="1746051"/>
            <a:ext cx="162638" cy="162600"/>
            <a:chOff x="3230576" y="1619106"/>
            <a:chExt cx="162638" cy="162600"/>
          </a:xfrm>
        </p:grpSpPr>
        <p:sp>
          <p:nvSpPr>
            <p:cNvPr id="842" name="Google Shape;842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844" name="Google Shape;844;p31"/>
          <p:cNvCxnSpPr/>
          <p:nvPr/>
        </p:nvCxnSpPr>
        <p:spPr>
          <a:xfrm>
            <a:off x="3162998" y="2025171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45" name="Google Shape;845;p31"/>
          <p:cNvGrpSpPr/>
          <p:nvPr/>
        </p:nvGrpSpPr>
        <p:grpSpPr>
          <a:xfrm>
            <a:off x="3000346" y="1943878"/>
            <a:ext cx="162638" cy="162600"/>
            <a:chOff x="3230576" y="1619106"/>
            <a:chExt cx="162638" cy="162600"/>
          </a:xfrm>
        </p:grpSpPr>
        <p:sp>
          <p:nvSpPr>
            <p:cNvPr id="846" name="Google Shape;846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848" name="Google Shape;848;p31"/>
          <p:cNvCxnSpPr/>
          <p:nvPr/>
        </p:nvCxnSpPr>
        <p:spPr>
          <a:xfrm>
            <a:off x="3162998" y="2223144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49" name="Google Shape;849;p31"/>
          <p:cNvGrpSpPr/>
          <p:nvPr/>
        </p:nvGrpSpPr>
        <p:grpSpPr>
          <a:xfrm>
            <a:off x="3000346" y="2141851"/>
            <a:ext cx="162638" cy="162600"/>
            <a:chOff x="3230576" y="1619106"/>
            <a:chExt cx="162638" cy="162600"/>
          </a:xfrm>
        </p:grpSpPr>
        <p:sp>
          <p:nvSpPr>
            <p:cNvPr id="850" name="Google Shape;850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852" name="Google Shape;852;p31"/>
          <p:cNvCxnSpPr/>
          <p:nvPr/>
        </p:nvCxnSpPr>
        <p:spPr>
          <a:xfrm rot="10800000">
            <a:off x="5986975" y="1876700"/>
            <a:ext cx="64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53" name="Google Shape;853;p31"/>
          <p:cNvGrpSpPr/>
          <p:nvPr/>
        </p:nvGrpSpPr>
        <p:grpSpPr>
          <a:xfrm>
            <a:off x="6627807" y="1790461"/>
            <a:ext cx="162638" cy="162600"/>
            <a:chOff x="3230576" y="1619106"/>
            <a:chExt cx="162638" cy="162600"/>
          </a:xfrm>
        </p:grpSpPr>
        <p:sp>
          <p:nvSpPr>
            <p:cNvPr id="854" name="Google Shape;854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856" name="Google Shape;856;p31"/>
          <p:cNvSpPr txBox="1"/>
          <p:nvPr/>
        </p:nvSpPr>
        <p:spPr>
          <a:xfrm>
            <a:off x="662675" y="2572503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57" name="Google Shape;857;p31"/>
          <p:cNvSpPr txBox="1"/>
          <p:nvPr/>
        </p:nvSpPr>
        <p:spPr>
          <a:xfrm>
            <a:off x="662675" y="2850939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58" name="Google Shape;858;p31"/>
          <p:cNvSpPr txBox="1"/>
          <p:nvPr/>
        </p:nvSpPr>
        <p:spPr>
          <a:xfrm>
            <a:off x="662675" y="3119051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59" name="Google Shape;859;p31"/>
          <p:cNvSpPr txBox="1"/>
          <p:nvPr/>
        </p:nvSpPr>
        <p:spPr>
          <a:xfrm>
            <a:off x="662675" y="3384241"/>
            <a:ext cx="182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CTA (Botón): 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Solo cambia el label.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860" name="Google Shape;860;p31"/>
          <p:cNvGrpSpPr/>
          <p:nvPr/>
        </p:nvGrpSpPr>
        <p:grpSpPr>
          <a:xfrm>
            <a:off x="500026" y="2681373"/>
            <a:ext cx="162638" cy="162600"/>
            <a:chOff x="3230576" y="1619106"/>
            <a:chExt cx="162638" cy="162600"/>
          </a:xfrm>
        </p:grpSpPr>
        <p:sp>
          <p:nvSpPr>
            <p:cNvPr id="861" name="Google Shape;861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863" name="Google Shape;863;p31"/>
          <p:cNvGrpSpPr/>
          <p:nvPr/>
        </p:nvGrpSpPr>
        <p:grpSpPr>
          <a:xfrm>
            <a:off x="500026" y="2954284"/>
            <a:ext cx="162638" cy="162600"/>
            <a:chOff x="3230576" y="1619106"/>
            <a:chExt cx="162638" cy="162600"/>
          </a:xfrm>
        </p:grpSpPr>
        <p:sp>
          <p:nvSpPr>
            <p:cNvPr id="864" name="Google Shape;864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866" name="Google Shape;866;p31"/>
          <p:cNvGrpSpPr/>
          <p:nvPr/>
        </p:nvGrpSpPr>
        <p:grpSpPr>
          <a:xfrm>
            <a:off x="500026" y="3222396"/>
            <a:ext cx="162638" cy="162600"/>
            <a:chOff x="3230576" y="1619106"/>
            <a:chExt cx="162638" cy="162600"/>
          </a:xfrm>
        </p:grpSpPr>
        <p:sp>
          <p:nvSpPr>
            <p:cNvPr id="867" name="Google Shape;867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grpSp>
        <p:nvGrpSpPr>
          <p:cNvPr id="869" name="Google Shape;869;p31"/>
          <p:cNvGrpSpPr/>
          <p:nvPr/>
        </p:nvGrpSpPr>
        <p:grpSpPr>
          <a:xfrm>
            <a:off x="500026" y="3487587"/>
            <a:ext cx="162638" cy="162600"/>
            <a:chOff x="3230576" y="1619106"/>
            <a:chExt cx="162638" cy="162600"/>
          </a:xfrm>
        </p:grpSpPr>
        <p:sp>
          <p:nvSpPr>
            <p:cNvPr id="870" name="Google Shape;870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872" name="Google Shape;872;p31"/>
          <p:cNvSpPr/>
          <p:nvPr/>
        </p:nvSpPr>
        <p:spPr>
          <a:xfrm>
            <a:off x="1757013" y="2681378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73" name="Google Shape;873;p31"/>
          <p:cNvSpPr/>
          <p:nvPr/>
        </p:nvSpPr>
        <p:spPr>
          <a:xfrm>
            <a:off x="1757013" y="2954278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1757013" y="3227178"/>
            <a:ext cx="726900" cy="16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pa Sans"/>
                <a:ea typeface="Ropa Sans"/>
                <a:cs typeface="Ropa Sans"/>
                <a:sym typeface="Ropa Sans"/>
              </a:rPr>
              <a:t>Paramétrico</a:t>
            </a:r>
            <a:endParaRPr sz="800">
              <a:solidFill>
                <a:schemeClr val="lt1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cxnSp>
        <p:nvCxnSpPr>
          <p:cNvPr id="875" name="Google Shape;875;p31"/>
          <p:cNvCxnSpPr/>
          <p:nvPr/>
        </p:nvCxnSpPr>
        <p:spPr>
          <a:xfrm>
            <a:off x="3101678" y="2453894"/>
            <a:ext cx="1671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76" name="Google Shape;876;p31"/>
          <p:cNvGrpSpPr/>
          <p:nvPr/>
        </p:nvGrpSpPr>
        <p:grpSpPr>
          <a:xfrm>
            <a:off x="3000339" y="2372601"/>
            <a:ext cx="162638" cy="162600"/>
            <a:chOff x="3230576" y="1619106"/>
            <a:chExt cx="162638" cy="162600"/>
          </a:xfrm>
        </p:grpSpPr>
        <p:sp>
          <p:nvSpPr>
            <p:cNvPr id="877" name="Google Shape;877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5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879" name="Google Shape;879;p31"/>
          <p:cNvSpPr txBox="1"/>
          <p:nvPr/>
        </p:nvSpPr>
        <p:spPr>
          <a:xfrm>
            <a:off x="662675" y="3791173"/>
            <a:ext cx="18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Stepper</a:t>
            </a:r>
            <a:endParaRPr sz="12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880" name="Google Shape;880;p31"/>
          <p:cNvGrpSpPr/>
          <p:nvPr/>
        </p:nvGrpSpPr>
        <p:grpSpPr>
          <a:xfrm>
            <a:off x="500026" y="3894518"/>
            <a:ext cx="162638" cy="162600"/>
            <a:chOff x="3230576" y="1619106"/>
            <a:chExt cx="162638" cy="162600"/>
          </a:xfrm>
        </p:grpSpPr>
        <p:sp>
          <p:nvSpPr>
            <p:cNvPr id="881" name="Google Shape;881;p31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1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5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2"/>
          <p:cNvSpPr/>
          <p:nvPr/>
        </p:nvSpPr>
        <p:spPr>
          <a:xfrm>
            <a:off x="2793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2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32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32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2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2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Mini Banner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1)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93" name="Google Shape;893;p32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Anatomía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894" name="Google Shape;894;p32"/>
          <p:cNvSpPr txBox="1"/>
          <p:nvPr/>
        </p:nvSpPr>
        <p:spPr>
          <a:xfrm>
            <a:off x="621150" y="1250547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 Mini banner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895" name="Google Shape;895;p32"/>
          <p:cNvPicPr preferRelativeResize="0"/>
          <p:nvPr/>
        </p:nvPicPr>
        <p:blipFill>
          <a:blip r:embed="rId4">
            <a:alphaModFix amt="46000"/>
          </a:blip>
          <a:stretch>
            <a:fillRect/>
          </a:stretch>
        </p:blipFill>
        <p:spPr>
          <a:xfrm>
            <a:off x="442500" y="915200"/>
            <a:ext cx="178675" cy="17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6" name="Google Shape;896;p32"/>
          <p:cNvGrpSpPr/>
          <p:nvPr/>
        </p:nvGrpSpPr>
        <p:grpSpPr>
          <a:xfrm>
            <a:off x="442472" y="1342861"/>
            <a:ext cx="178674" cy="178632"/>
            <a:chOff x="3230576" y="1619106"/>
            <a:chExt cx="162638" cy="162600"/>
          </a:xfrm>
        </p:grpSpPr>
        <p:sp>
          <p:nvSpPr>
            <p:cNvPr id="897" name="Google Shape;897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898" name="Google Shape;898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899" name="Google Shape;899;p32"/>
          <p:cNvSpPr txBox="1"/>
          <p:nvPr/>
        </p:nvSpPr>
        <p:spPr>
          <a:xfrm>
            <a:off x="621150" y="1471673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(328 px X  208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(984 px  X  624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00" name="Google Shape;900;p32"/>
          <p:cNvSpPr txBox="1"/>
          <p:nvPr/>
        </p:nvSpPr>
        <p:spPr>
          <a:xfrm>
            <a:off x="621150" y="2609997"/>
            <a:ext cx="192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Formato de exportación:  WEBP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Peso máx: 100k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01" name="Google Shape;901;p32"/>
          <p:cNvSpPr txBox="1"/>
          <p:nvPr/>
        </p:nvSpPr>
        <p:spPr>
          <a:xfrm>
            <a:off x="621150" y="2041748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(368 px X 299 px)</a:t>
            </a:r>
            <a:endParaRPr i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(1104 px X 897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02" name="Google Shape;902;p32"/>
          <p:cNvSpPr txBox="1"/>
          <p:nvPr/>
        </p:nvSpPr>
        <p:spPr>
          <a:xfrm>
            <a:off x="621150" y="2948176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Título Mini banner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903" name="Google Shape;903;p32"/>
          <p:cNvGrpSpPr/>
          <p:nvPr/>
        </p:nvGrpSpPr>
        <p:grpSpPr>
          <a:xfrm>
            <a:off x="442472" y="3040491"/>
            <a:ext cx="178674" cy="178632"/>
            <a:chOff x="3230576" y="1619106"/>
            <a:chExt cx="162638" cy="162600"/>
          </a:xfrm>
        </p:grpSpPr>
        <p:sp>
          <p:nvSpPr>
            <p:cNvPr id="904" name="Google Shape;904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905" name="Google Shape;905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06" name="Google Shape;906;p32"/>
          <p:cNvSpPr txBox="1"/>
          <p:nvPr/>
        </p:nvSpPr>
        <p:spPr>
          <a:xfrm>
            <a:off x="621150" y="3136352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40 caracteres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07" name="Google Shape;907;p32"/>
          <p:cNvSpPr txBox="1"/>
          <p:nvPr/>
        </p:nvSpPr>
        <p:spPr>
          <a:xfrm>
            <a:off x="621150" y="3379426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Descripción Mini banner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908" name="Google Shape;908;p32"/>
          <p:cNvGrpSpPr/>
          <p:nvPr/>
        </p:nvGrpSpPr>
        <p:grpSpPr>
          <a:xfrm>
            <a:off x="442472" y="3471741"/>
            <a:ext cx="178674" cy="178632"/>
            <a:chOff x="3230576" y="1619106"/>
            <a:chExt cx="162638" cy="162600"/>
          </a:xfrm>
        </p:grpSpPr>
        <p:sp>
          <p:nvSpPr>
            <p:cNvPr id="909" name="Google Shape;909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910" name="Google Shape;910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11" name="Google Shape;911;p32"/>
          <p:cNvSpPr txBox="1"/>
          <p:nvPr/>
        </p:nvSpPr>
        <p:spPr>
          <a:xfrm>
            <a:off x="621150" y="3567602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100 caracteres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12" name="Google Shape;912;p32"/>
          <p:cNvSpPr txBox="1"/>
          <p:nvPr/>
        </p:nvSpPr>
        <p:spPr>
          <a:xfrm>
            <a:off x="621150" y="3793251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CTA Mini banner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913" name="Google Shape;913;p32"/>
          <p:cNvGrpSpPr/>
          <p:nvPr/>
        </p:nvGrpSpPr>
        <p:grpSpPr>
          <a:xfrm>
            <a:off x="442472" y="3885566"/>
            <a:ext cx="178674" cy="178632"/>
            <a:chOff x="3230576" y="1619106"/>
            <a:chExt cx="162638" cy="162600"/>
          </a:xfrm>
        </p:grpSpPr>
        <p:sp>
          <p:nvSpPr>
            <p:cNvPr id="914" name="Google Shape;914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915" name="Google Shape;915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16" name="Google Shape;916;p32"/>
          <p:cNvSpPr txBox="1"/>
          <p:nvPr/>
        </p:nvSpPr>
        <p:spPr>
          <a:xfrm>
            <a:off x="621150" y="3981427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Caracteres: 20 (máx)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917" name="Google Shape;91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4608" y="1764611"/>
            <a:ext cx="934500" cy="1401600"/>
          </a:xfrm>
          <a:prstGeom prst="roundRect">
            <a:avLst>
              <a:gd fmla="val 13514" name="adj"/>
            </a:avLst>
          </a:prstGeom>
          <a:noFill/>
          <a:ln>
            <a:noFill/>
          </a:ln>
        </p:spPr>
      </p:pic>
      <p:grpSp>
        <p:nvGrpSpPr>
          <p:cNvPr id="918" name="Google Shape;918;p32"/>
          <p:cNvGrpSpPr/>
          <p:nvPr/>
        </p:nvGrpSpPr>
        <p:grpSpPr>
          <a:xfrm>
            <a:off x="3400225" y="1720050"/>
            <a:ext cx="3133200" cy="1952100"/>
            <a:chOff x="3400225" y="1131775"/>
            <a:chExt cx="3133200" cy="1952100"/>
          </a:xfrm>
        </p:grpSpPr>
        <p:pic>
          <p:nvPicPr>
            <p:cNvPr id="919" name="Google Shape;919;p32" title="Captura de pantalla 2025-12-02 a la(s) 2.23.21 p.m..png"/>
            <p:cNvPicPr preferRelativeResize="0"/>
            <p:nvPr/>
          </p:nvPicPr>
          <p:blipFill rotWithShape="1">
            <a:blip r:embed="rId6">
              <a:alphaModFix/>
            </a:blip>
            <a:srcRect b="4707" l="0" r="0" t="0"/>
            <a:stretch/>
          </p:blipFill>
          <p:spPr>
            <a:xfrm>
              <a:off x="3400225" y="1131775"/>
              <a:ext cx="3133200" cy="1952100"/>
            </a:xfrm>
            <a:prstGeom prst="roundRect">
              <a:avLst>
                <a:gd fmla="val 4884" name="adj"/>
              </a:avLst>
            </a:prstGeom>
            <a:noFill/>
            <a:ln>
              <a:noFill/>
            </a:ln>
          </p:spPr>
        </p:pic>
        <p:sp>
          <p:nvSpPr>
            <p:cNvPr id="920" name="Google Shape;920;p32"/>
            <p:cNvSpPr/>
            <p:nvPr/>
          </p:nvSpPr>
          <p:spPr>
            <a:xfrm>
              <a:off x="3738425" y="1607700"/>
              <a:ext cx="2499600" cy="79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21" name="Google Shape;921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6049" y="2169725"/>
            <a:ext cx="2101552" cy="7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32"/>
          <p:cNvSpPr/>
          <p:nvPr/>
        </p:nvSpPr>
        <p:spPr>
          <a:xfrm>
            <a:off x="7074700" y="1764600"/>
            <a:ext cx="934500" cy="5967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2"/>
          <p:cNvSpPr/>
          <p:nvPr/>
        </p:nvSpPr>
        <p:spPr>
          <a:xfrm>
            <a:off x="5196150" y="2169700"/>
            <a:ext cx="814800" cy="7992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2"/>
          <p:cNvSpPr txBox="1"/>
          <p:nvPr/>
        </p:nvSpPr>
        <p:spPr>
          <a:xfrm>
            <a:off x="3390472" y="1380082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925" name="Google Shape;925;p32"/>
          <p:cNvSpPr txBox="1"/>
          <p:nvPr/>
        </p:nvSpPr>
        <p:spPr>
          <a:xfrm>
            <a:off x="6931497" y="1343894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926" name="Google Shape;926;p32"/>
          <p:cNvSpPr txBox="1"/>
          <p:nvPr/>
        </p:nvSpPr>
        <p:spPr>
          <a:xfrm>
            <a:off x="7432868" y="1351140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927" name="Google Shape;927;p32"/>
          <p:cNvSpPr txBox="1"/>
          <p:nvPr/>
        </p:nvSpPr>
        <p:spPr>
          <a:xfrm>
            <a:off x="4021362" y="1402500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cxnSp>
        <p:nvCxnSpPr>
          <p:cNvPr id="928" name="Google Shape;928;p32"/>
          <p:cNvCxnSpPr/>
          <p:nvPr/>
        </p:nvCxnSpPr>
        <p:spPr>
          <a:xfrm>
            <a:off x="3162998" y="2415619"/>
            <a:ext cx="769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929" name="Google Shape;929;p32"/>
          <p:cNvGrpSpPr/>
          <p:nvPr/>
        </p:nvGrpSpPr>
        <p:grpSpPr>
          <a:xfrm>
            <a:off x="3000346" y="2334326"/>
            <a:ext cx="162638" cy="162600"/>
            <a:chOff x="3230576" y="1619106"/>
            <a:chExt cx="162638" cy="162600"/>
          </a:xfrm>
        </p:grpSpPr>
        <p:sp>
          <p:nvSpPr>
            <p:cNvPr id="930" name="Google Shape;930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932" name="Google Shape;932;p32"/>
          <p:cNvCxnSpPr/>
          <p:nvPr/>
        </p:nvCxnSpPr>
        <p:spPr>
          <a:xfrm>
            <a:off x="3162998" y="2613446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933" name="Google Shape;933;p32"/>
          <p:cNvGrpSpPr/>
          <p:nvPr/>
        </p:nvGrpSpPr>
        <p:grpSpPr>
          <a:xfrm>
            <a:off x="3000346" y="2532153"/>
            <a:ext cx="162638" cy="162600"/>
            <a:chOff x="3230576" y="1619106"/>
            <a:chExt cx="162638" cy="162600"/>
          </a:xfrm>
        </p:grpSpPr>
        <p:sp>
          <p:nvSpPr>
            <p:cNvPr id="934" name="Google Shape;934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936" name="Google Shape;936;p32"/>
          <p:cNvCxnSpPr/>
          <p:nvPr/>
        </p:nvCxnSpPr>
        <p:spPr>
          <a:xfrm>
            <a:off x="3162998" y="2811419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937" name="Google Shape;937;p32"/>
          <p:cNvGrpSpPr/>
          <p:nvPr/>
        </p:nvGrpSpPr>
        <p:grpSpPr>
          <a:xfrm>
            <a:off x="3000346" y="2730126"/>
            <a:ext cx="162638" cy="162600"/>
            <a:chOff x="3230576" y="1619106"/>
            <a:chExt cx="162638" cy="162600"/>
          </a:xfrm>
        </p:grpSpPr>
        <p:sp>
          <p:nvSpPr>
            <p:cNvPr id="938" name="Google Shape;938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940" name="Google Shape;940;p32"/>
          <p:cNvCxnSpPr/>
          <p:nvPr/>
        </p:nvCxnSpPr>
        <p:spPr>
          <a:xfrm rot="10800000">
            <a:off x="5986975" y="2464975"/>
            <a:ext cx="64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941" name="Google Shape;941;p32"/>
          <p:cNvGrpSpPr/>
          <p:nvPr/>
        </p:nvGrpSpPr>
        <p:grpSpPr>
          <a:xfrm>
            <a:off x="6627807" y="2378736"/>
            <a:ext cx="162638" cy="162600"/>
            <a:chOff x="3230576" y="1619106"/>
            <a:chExt cx="162638" cy="162600"/>
          </a:xfrm>
        </p:grpSpPr>
        <p:sp>
          <p:nvSpPr>
            <p:cNvPr id="942" name="Google Shape;942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944" name="Google Shape;944;p32"/>
          <p:cNvCxnSpPr/>
          <p:nvPr/>
        </p:nvCxnSpPr>
        <p:spPr>
          <a:xfrm>
            <a:off x="3101678" y="3042169"/>
            <a:ext cx="1671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945" name="Google Shape;945;p32"/>
          <p:cNvGrpSpPr/>
          <p:nvPr/>
        </p:nvGrpSpPr>
        <p:grpSpPr>
          <a:xfrm>
            <a:off x="3000339" y="2960876"/>
            <a:ext cx="162638" cy="162600"/>
            <a:chOff x="3230576" y="1619106"/>
            <a:chExt cx="162638" cy="162600"/>
          </a:xfrm>
        </p:grpSpPr>
        <p:sp>
          <p:nvSpPr>
            <p:cNvPr id="946" name="Google Shape;946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5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48" name="Google Shape;948;p32"/>
          <p:cNvSpPr txBox="1"/>
          <p:nvPr/>
        </p:nvSpPr>
        <p:spPr>
          <a:xfrm>
            <a:off x="621150" y="4254776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Stepper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949" name="Google Shape;949;p32"/>
          <p:cNvGrpSpPr/>
          <p:nvPr/>
        </p:nvGrpSpPr>
        <p:grpSpPr>
          <a:xfrm>
            <a:off x="442472" y="4347091"/>
            <a:ext cx="178674" cy="178632"/>
            <a:chOff x="3230576" y="1619106"/>
            <a:chExt cx="162638" cy="162600"/>
          </a:xfrm>
        </p:grpSpPr>
        <p:sp>
          <p:nvSpPr>
            <p:cNvPr id="950" name="Google Shape;950;p32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951" name="Google Shape;951;p32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5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52" name="Google Shape;952;p32"/>
          <p:cNvSpPr txBox="1"/>
          <p:nvPr/>
        </p:nvSpPr>
        <p:spPr>
          <a:xfrm>
            <a:off x="621150" y="4442952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máx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imo 3 banners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3"/>
          <p:cNvSpPr/>
          <p:nvPr/>
        </p:nvSpPr>
        <p:spPr>
          <a:xfrm>
            <a:off x="2793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3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9" name="Google Shape;959;p33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33"/>
          <p:cNvSpPr/>
          <p:nvPr/>
        </p:nvSpPr>
        <p:spPr>
          <a:xfrm>
            <a:off x="278600" y="791800"/>
            <a:ext cx="2398500" cy="4081200"/>
          </a:xfrm>
          <a:prstGeom prst="roundRect">
            <a:avLst>
              <a:gd fmla="val 772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3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3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Mini Banner </a:t>
            </a:r>
            <a:r>
              <a:rPr i="1" lang="es" sz="2600">
                <a:solidFill>
                  <a:schemeClr val="dk2"/>
                </a:solidFill>
                <a:latin typeface="Ropa Sans"/>
                <a:ea typeface="Ropa Sans"/>
                <a:cs typeface="Ropa Sans"/>
                <a:sym typeface="Ropa Sans"/>
              </a:rPr>
              <a:t>(Opción 2)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63" name="Google Shape;963;p33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Anatomía 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64" name="Google Shape;964;p33"/>
          <p:cNvSpPr txBox="1"/>
          <p:nvPr/>
        </p:nvSpPr>
        <p:spPr>
          <a:xfrm>
            <a:off x="621150" y="1250547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Imagen Mini banner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965" name="Google Shape;965;p33"/>
          <p:cNvPicPr preferRelativeResize="0"/>
          <p:nvPr/>
        </p:nvPicPr>
        <p:blipFill>
          <a:blip r:embed="rId4">
            <a:alphaModFix amt="46000"/>
          </a:blip>
          <a:stretch>
            <a:fillRect/>
          </a:stretch>
        </p:blipFill>
        <p:spPr>
          <a:xfrm>
            <a:off x="442500" y="915200"/>
            <a:ext cx="178675" cy="17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6" name="Google Shape;966;p33"/>
          <p:cNvGrpSpPr/>
          <p:nvPr/>
        </p:nvGrpSpPr>
        <p:grpSpPr>
          <a:xfrm>
            <a:off x="442472" y="1342861"/>
            <a:ext cx="178674" cy="178632"/>
            <a:chOff x="3230576" y="1619106"/>
            <a:chExt cx="162638" cy="162600"/>
          </a:xfrm>
        </p:grpSpPr>
        <p:sp>
          <p:nvSpPr>
            <p:cNvPr id="967" name="Google Shape;967;p33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968" name="Google Shape;968;p33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69" name="Google Shape;969;p33"/>
          <p:cNvSpPr txBox="1"/>
          <p:nvPr/>
        </p:nvSpPr>
        <p:spPr>
          <a:xfrm>
            <a:off x="621150" y="1471673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(328 px X  416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(984 px  X  1248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70" name="Google Shape;970;p33"/>
          <p:cNvSpPr txBox="1"/>
          <p:nvPr/>
        </p:nvSpPr>
        <p:spPr>
          <a:xfrm>
            <a:off x="621150" y="2609997"/>
            <a:ext cx="192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Formato de exportación:  WEBP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Peso máx: 100k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971" name="Google Shape;971;p33"/>
          <p:cNvSpPr txBox="1"/>
          <p:nvPr/>
        </p:nvSpPr>
        <p:spPr>
          <a:xfrm>
            <a:off x="621150" y="2041748"/>
            <a:ext cx="16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Desktop: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1X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944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px X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299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px)</a:t>
            </a:r>
            <a:endParaRPr i="1"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3X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i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(2832 px X 897 px)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972" name="Google Shape;972;p33" title="Captura de pantalla 2025-12-02 a la(s) 2.26.36 p.m..png"/>
          <p:cNvPicPr preferRelativeResize="0"/>
          <p:nvPr/>
        </p:nvPicPr>
        <p:blipFill rotWithShape="1">
          <a:blip r:embed="rId5">
            <a:alphaModFix/>
          </a:blip>
          <a:srcRect b="2918" l="1902" r="2523" t="2043"/>
          <a:stretch/>
        </p:blipFill>
        <p:spPr>
          <a:xfrm>
            <a:off x="7460725" y="1824568"/>
            <a:ext cx="1142400" cy="1513200"/>
          </a:xfrm>
          <a:prstGeom prst="roundRect">
            <a:avLst>
              <a:gd fmla="val 6020" name="adj"/>
            </a:avLst>
          </a:prstGeom>
          <a:noFill/>
          <a:ln>
            <a:noFill/>
          </a:ln>
        </p:spPr>
      </p:pic>
      <p:pic>
        <p:nvPicPr>
          <p:cNvPr id="973" name="Google Shape;973;p33" title="Captura de pantalla 2025-12-02 a la(s) 2.20.44 p.m..png"/>
          <p:cNvPicPr preferRelativeResize="0"/>
          <p:nvPr/>
        </p:nvPicPr>
        <p:blipFill rotWithShape="1">
          <a:blip r:embed="rId6">
            <a:alphaModFix/>
          </a:blip>
          <a:srcRect b="32565" l="10073" r="10738" t="29644"/>
          <a:stretch/>
        </p:blipFill>
        <p:spPr>
          <a:xfrm>
            <a:off x="3368900" y="1829652"/>
            <a:ext cx="3806700" cy="1187700"/>
          </a:xfrm>
          <a:prstGeom prst="roundRect">
            <a:avLst>
              <a:gd fmla="val 4003" name="adj"/>
            </a:avLst>
          </a:prstGeom>
          <a:noFill/>
          <a:ln>
            <a:noFill/>
          </a:ln>
        </p:spPr>
      </p:pic>
      <p:sp>
        <p:nvSpPr>
          <p:cNvPr id="974" name="Google Shape;974;p33"/>
          <p:cNvSpPr/>
          <p:nvPr/>
        </p:nvSpPr>
        <p:spPr>
          <a:xfrm>
            <a:off x="3322200" y="1824700"/>
            <a:ext cx="3927900" cy="1000200"/>
          </a:xfrm>
          <a:prstGeom prst="roundRect">
            <a:avLst>
              <a:gd fmla="val 8289" name="adj"/>
            </a:avLst>
          </a:prstGeom>
          <a:noFill/>
          <a:ln cap="flat" cmpd="sng" w="12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3625" lIns="123625" spcFirstLastPara="1" rIns="123625" wrap="square" tIns="12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3"/>
          </a:p>
        </p:txBody>
      </p:sp>
      <p:sp>
        <p:nvSpPr>
          <p:cNvPr id="975" name="Google Shape;975;p33"/>
          <p:cNvSpPr/>
          <p:nvPr/>
        </p:nvSpPr>
        <p:spPr>
          <a:xfrm>
            <a:off x="7405525" y="1786717"/>
            <a:ext cx="1270200" cy="16206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6" name="Google Shape;976;p33"/>
          <p:cNvCxnSpPr>
            <a:stCxn id="977" idx="3"/>
            <a:endCxn id="974" idx="1"/>
          </p:cNvCxnSpPr>
          <p:nvPr/>
        </p:nvCxnSpPr>
        <p:spPr>
          <a:xfrm>
            <a:off x="3101664" y="2324804"/>
            <a:ext cx="220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978" name="Google Shape;978;p33"/>
          <p:cNvGrpSpPr/>
          <p:nvPr/>
        </p:nvGrpSpPr>
        <p:grpSpPr>
          <a:xfrm>
            <a:off x="2939026" y="2243504"/>
            <a:ext cx="162638" cy="162600"/>
            <a:chOff x="3230576" y="1619106"/>
            <a:chExt cx="162638" cy="162600"/>
          </a:xfrm>
        </p:grpSpPr>
        <p:sp>
          <p:nvSpPr>
            <p:cNvPr id="979" name="Google Shape;979;p33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3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80" name="Google Shape;980;p33"/>
          <p:cNvSpPr txBox="1"/>
          <p:nvPr/>
        </p:nvSpPr>
        <p:spPr>
          <a:xfrm>
            <a:off x="3390472" y="1380082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981" name="Google Shape;981;p33"/>
          <p:cNvSpPr txBox="1"/>
          <p:nvPr/>
        </p:nvSpPr>
        <p:spPr>
          <a:xfrm>
            <a:off x="7399797" y="1343894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982" name="Google Shape;982;p33"/>
          <p:cNvSpPr txBox="1"/>
          <p:nvPr/>
        </p:nvSpPr>
        <p:spPr>
          <a:xfrm>
            <a:off x="7901168" y="1366628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983" name="Google Shape;983;p33"/>
          <p:cNvSpPr txBox="1"/>
          <p:nvPr/>
        </p:nvSpPr>
        <p:spPr>
          <a:xfrm>
            <a:off x="4021362" y="1402500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2</a:t>
            </a:r>
            <a:endParaRPr i="1" sz="1200">
              <a:solidFill>
                <a:srgbClr val="666666"/>
              </a:solidFill>
            </a:endParaRPr>
          </a:p>
        </p:txBody>
      </p:sp>
      <p:cxnSp>
        <p:nvCxnSpPr>
          <p:cNvPr id="984" name="Google Shape;984;p33"/>
          <p:cNvCxnSpPr/>
          <p:nvPr/>
        </p:nvCxnSpPr>
        <p:spPr>
          <a:xfrm>
            <a:off x="3101678" y="2937571"/>
            <a:ext cx="1928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985" name="Google Shape;985;p33"/>
          <p:cNvGrpSpPr/>
          <p:nvPr/>
        </p:nvGrpSpPr>
        <p:grpSpPr>
          <a:xfrm>
            <a:off x="2941676" y="2856278"/>
            <a:ext cx="162638" cy="162600"/>
            <a:chOff x="3230576" y="1619106"/>
            <a:chExt cx="162638" cy="162600"/>
          </a:xfrm>
        </p:grpSpPr>
        <p:sp>
          <p:nvSpPr>
            <p:cNvPr id="986" name="Google Shape;986;p33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3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88" name="Google Shape;988;p33"/>
          <p:cNvSpPr txBox="1"/>
          <p:nvPr/>
        </p:nvSpPr>
        <p:spPr>
          <a:xfrm>
            <a:off x="621150" y="3018876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Stepper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grpSp>
        <p:nvGrpSpPr>
          <p:cNvPr id="989" name="Google Shape;989;p33"/>
          <p:cNvGrpSpPr/>
          <p:nvPr/>
        </p:nvGrpSpPr>
        <p:grpSpPr>
          <a:xfrm>
            <a:off x="442472" y="3111191"/>
            <a:ext cx="178674" cy="178632"/>
            <a:chOff x="3230576" y="1619106"/>
            <a:chExt cx="162638" cy="162600"/>
          </a:xfrm>
        </p:grpSpPr>
        <p:sp>
          <p:nvSpPr>
            <p:cNvPr id="990" name="Google Shape;990;p33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104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/>
            </a:p>
          </p:txBody>
        </p:sp>
        <p:sp>
          <p:nvSpPr>
            <p:cNvPr id="991" name="Google Shape;991;p33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78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78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992" name="Google Shape;992;p33"/>
          <p:cNvSpPr txBox="1"/>
          <p:nvPr/>
        </p:nvSpPr>
        <p:spPr>
          <a:xfrm>
            <a:off x="621150" y="3207052"/>
            <a:ext cx="16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máx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imo 3 banners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34"/>
          <p:cNvSpPr/>
          <p:nvPr/>
        </p:nvSpPr>
        <p:spPr>
          <a:xfrm>
            <a:off x="2793701" y="791800"/>
            <a:ext cx="6075900" cy="4081200"/>
          </a:xfrm>
          <a:prstGeom prst="roundRect">
            <a:avLst>
              <a:gd fmla="val 4004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4"/>
          <p:cNvSpPr/>
          <p:nvPr/>
        </p:nvSpPr>
        <p:spPr>
          <a:xfrm>
            <a:off x="8369025" y="211800"/>
            <a:ext cx="545100" cy="471300"/>
          </a:xfrm>
          <a:prstGeom prst="roundRect">
            <a:avLst>
              <a:gd fmla="val 14832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9" name="Google Shape;999;p34"/>
          <p:cNvPicPr preferRelativeResize="0"/>
          <p:nvPr/>
        </p:nvPicPr>
        <p:blipFill rotWithShape="1">
          <a:blip r:embed="rId3">
            <a:alphaModFix/>
          </a:blip>
          <a:srcRect b="18716" l="15426" r="16556" t="10872"/>
          <a:stretch/>
        </p:blipFill>
        <p:spPr>
          <a:xfrm>
            <a:off x="8423959" y="252888"/>
            <a:ext cx="442638" cy="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34"/>
          <p:cNvSpPr/>
          <p:nvPr/>
        </p:nvSpPr>
        <p:spPr>
          <a:xfrm>
            <a:off x="238575" y="211800"/>
            <a:ext cx="8057100" cy="471300"/>
          </a:xfrm>
          <a:prstGeom prst="roundRect">
            <a:avLst>
              <a:gd fmla="val 25393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4"/>
          <p:cNvSpPr txBox="1"/>
          <p:nvPr/>
        </p:nvSpPr>
        <p:spPr>
          <a:xfrm>
            <a:off x="378199" y="211800"/>
            <a:ext cx="7568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rgbClr val="CC0000"/>
                </a:solidFill>
                <a:latin typeface="Ropa Sans"/>
                <a:ea typeface="Ropa Sans"/>
                <a:cs typeface="Ropa Sans"/>
                <a:sym typeface="Ropa Sans"/>
              </a:rPr>
              <a:t>Mini Banner</a:t>
            </a:r>
            <a:endParaRPr b="1" sz="2600">
              <a:solidFill>
                <a:srgbClr val="CC000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1002" name="Google Shape;100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4608" y="1764611"/>
            <a:ext cx="934500" cy="1401600"/>
          </a:xfrm>
          <a:prstGeom prst="roundRect">
            <a:avLst>
              <a:gd fmla="val 13514" name="adj"/>
            </a:avLst>
          </a:prstGeom>
          <a:noFill/>
          <a:ln>
            <a:noFill/>
          </a:ln>
        </p:spPr>
      </p:pic>
      <p:grpSp>
        <p:nvGrpSpPr>
          <p:cNvPr id="1003" name="Google Shape;1003;p34"/>
          <p:cNvGrpSpPr/>
          <p:nvPr/>
        </p:nvGrpSpPr>
        <p:grpSpPr>
          <a:xfrm>
            <a:off x="3400225" y="1720050"/>
            <a:ext cx="3133200" cy="1952100"/>
            <a:chOff x="3400225" y="1131775"/>
            <a:chExt cx="3133200" cy="1952100"/>
          </a:xfrm>
        </p:grpSpPr>
        <p:pic>
          <p:nvPicPr>
            <p:cNvPr id="1004" name="Google Shape;1004;p34" title="Captura de pantalla 2025-12-02 a la(s) 2.23.21 p.m..png"/>
            <p:cNvPicPr preferRelativeResize="0"/>
            <p:nvPr/>
          </p:nvPicPr>
          <p:blipFill rotWithShape="1">
            <a:blip r:embed="rId5">
              <a:alphaModFix/>
            </a:blip>
            <a:srcRect b="4707" l="0" r="0" t="0"/>
            <a:stretch/>
          </p:blipFill>
          <p:spPr>
            <a:xfrm>
              <a:off x="3400225" y="1131775"/>
              <a:ext cx="3133200" cy="1952100"/>
            </a:xfrm>
            <a:prstGeom prst="roundRect">
              <a:avLst>
                <a:gd fmla="val 4884" name="adj"/>
              </a:avLst>
            </a:prstGeom>
            <a:noFill/>
            <a:ln>
              <a:noFill/>
            </a:ln>
          </p:spPr>
        </p:pic>
        <p:sp>
          <p:nvSpPr>
            <p:cNvPr id="1005" name="Google Shape;1005;p34"/>
            <p:cNvSpPr/>
            <p:nvPr/>
          </p:nvSpPr>
          <p:spPr>
            <a:xfrm>
              <a:off x="3738425" y="1607700"/>
              <a:ext cx="2499600" cy="79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06" name="Google Shape;100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6049" y="2169725"/>
            <a:ext cx="2101552" cy="7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34"/>
          <p:cNvSpPr/>
          <p:nvPr/>
        </p:nvSpPr>
        <p:spPr>
          <a:xfrm>
            <a:off x="7074700" y="1764600"/>
            <a:ext cx="934500" cy="596700"/>
          </a:xfrm>
          <a:prstGeom prst="roundRect">
            <a:avLst>
              <a:gd fmla="val 9811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4"/>
          <p:cNvSpPr/>
          <p:nvPr/>
        </p:nvSpPr>
        <p:spPr>
          <a:xfrm>
            <a:off x="5196150" y="2169700"/>
            <a:ext cx="814800" cy="799200"/>
          </a:xfrm>
          <a:prstGeom prst="roundRect">
            <a:avLst>
              <a:gd fmla="val 8289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4"/>
          <p:cNvSpPr txBox="1"/>
          <p:nvPr/>
        </p:nvSpPr>
        <p:spPr>
          <a:xfrm>
            <a:off x="3390472" y="1380082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Desktop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1010" name="Google Shape;1010;p34"/>
          <p:cNvSpPr txBox="1"/>
          <p:nvPr/>
        </p:nvSpPr>
        <p:spPr>
          <a:xfrm>
            <a:off x="6931497" y="1343894"/>
            <a:ext cx="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Mobile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1011" name="Google Shape;1011;p34"/>
          <p:cNvSpPr txBox="1"/>
          <p:nvPr/>
        </p:nvSpPr>
        <p:spPr>
          <a:xfrm>
            <a:off x="7432868" y="1351140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1012" name="Google Shape;1012;p34"/>
          <p:cNvSpPr txBox="1"/>
          <p:nvPr/>
        </p:nvSpPr>
        <p:spPr>
          <a:xfrm>
            <a:off x="4021362" y="1402500"/>
            <a:ext cx="8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Opción 1</a:t>
            </a:r>
            <a:endParaRPr i="1" sz="1200">
              <a:solidFill>
                <a:srgbClr val="666666"/>
              </a:solidFill>
            </a:endParaRPr>
          </a:p>
        </p:txBody>
      </p:sp>
      <p:cxnSp>
        <p:nvCxnSpPr>
          <p:cNvPr id="1013" name="Google Shape;1013;p34"/>
          <p:cNvCxnSpPr/>
          <p:nvPr/>
        </p:nvCxnSpPr>
        <p:spPr>
          <a:xfrm>
            <a:off x="3162998" y="2415619"/>
            <a:ext cx="769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014" name="Google Shape;1014;p34"/>
          <p:cNvGrpSpPr/>
          <p:nvPr/>
        </p:nvGrpSpPr>
        <p:grpSpPr>
          <a:xfrm>
            <a:off x="3000346" y="2334326"/>
            <a:ext cx="162638" cy="162600"/>
            <a:chOff x="3230576" y="1619106"/>
            <a:chExt cx="162638" cy="162600"/>
          </a:xfrm>
        </p:grpSpPr>
        <p:sp>
          <p:nvSpPr>
            <p:cNvPr id="1015" name="Google Shape;1015;p34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4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2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1017" name="Google Shape;1017;p34"/>
          <p:cNvCxnSpPr/>
          <p:nvPr/>
        </p:nvCxnSpPr>
        <p:spPr>
          <a:xfrm>
            <a:off x="3162998" y="2613446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018" name="Google Shape;1018;p34"/>
          <p:cNvGrpSpPr/>
          <p:nvPr/>
        </p:nvGrpSpPr>
        <p:grpSpPr>
          <a:xfrm>
            <a:off x="3000346" y="2532153"/>
            <a:ext cx="162638" cy="162600"/>
            <a:chOff x="3230576" y="1619106"/>
            <a:chExt cx="162638" cy="162600"/>
          </a:xfrm>
        </p:grpSpPr>
        <p:sp>
          <p:nvSpPr>
            <p:cNvPr id="1019" name="Google Shape;1019;p34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4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3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1021" name="Google Shape;1021;p34"/>
          <p:cNvCxnSpPr/>
          <p:nvPr/>
        </p:nvCxnSpPr>
        <p:spPr>
          <a:xfrm>
            <a:off x="3162998" y="2811419"/>
            <a:ext cx="78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022" name="Google Shape;1022;p34"/>
          <p:cNvGrpSpPr/>
          <p:nvPr/>
        </p:nvGrpSpPr>
        <p:grpSpPr>
          <a:xfrm>
            <a:off x="3000346" y="2730126"/>
            <a:ext cx="162638" cy="162600"/>
            <a:chOff x="3230576" y="1619106"/>
            <a:chExt cx="162638" cy="162600"/>
          </a:xfrm>
        </p:grpSpPr>
        <p:sp>
          <p:nvSpPr>
            <p:cNvPr id="1023" name="Google Shape;1023;p34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4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4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1025" name="Google Shape;1025;p34"/>
          <p:cNvCxnSpPr/>
          <p:nvPr/>
        </p:nvCxnSpPr>
        <p:spPr>
          <a:xfrm rot="10800000">
            <a:off x="5986975" y="2464975"/>
            <a:ext cx="64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026" name="Google Shape;1026;p34"/>
          <p:cNvGrpSpPr/>
          <p:nvPr/>
        </p:nvGrpSpPr>
        <p:grpSpPr>
          <a:xfrm>
            <a:off x="6627807" y="2378736"/>
            <a:ext cx="162638" cy="162600"/>
            <a:chOff x="3230576" y="1619106"/>
            <a:chExt cx="162638" cy="162600"/>
          </a:xfrm>
        </p:grpSpPr>
        <p:sp>
          <p:nvSpPr>
            <p:cNvPr id="1027" name="Google Shape;1027;p34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4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1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cxnSp>
        <p:nvCxnSpPr>
          <p:cNvPr id="1029" name="Google Shape;1029;p34"/>
          <p:cNvCxnSpPr/>
          <p:nvPr/>
        </p:nvCxnSpPr>
        <p:spPr>
          <a:xfrm>
            <a:off x="3101678" y="3042169"/>
            <a:ext cx="1671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030" name="Google Shape;1030;p34"/>
          <p:cNvGrpSpPr/>
          <p:nvPr/>
        </p:nvGrpSpPr>
        <p:grpSpPr>
          <a:xfrm>
            <a:off x="3000339" y="2960876"/>
            <a:ext cx="162638" cy="162600"/>
            <a:chOff x="3230576" y="1619106"/>
            <a:chExt cx="162638" cy="162600"/>
          </a:xfrm>
        </p:grpSpPr>
        <p:sp>
          <p:nvSpPr>
            <p:cNvPr id="1031" name="Google Shape;1031;p34"/>
            <p:cNvSpPr/>
            <p:nvPr/>
          </p:nvSpPr>
          <p:spPr>
            <a:xfrm>
              <a:off x="3230576" y="1619106"/>
              <a:ext cx="162600" cy="162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4"/>
            <p:cNvSpPr txBox="1"/>
            <p:nvPr/>
          </p:nvSpPr>
          <p:spPr>
            <a:xfrm>
              <a:off x="3230613" y="1619106"/>
              <a:ext cx="162600" cy="1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accent1"/>
                  </a:solidFill>
                  <a:latin typeface="Ropa Sans"/>
                  <a:ea typeface="Ropa Sans"/>
                  <a:cs typeface="Ropa Sans"/>
                  <a:sym typeface="Ropa Sans"/>
                </a:rPr>
                <a:t>5</a:t>
              </a:r>
              <a:endParaRPr i="1" sz="800">
                <a:solidFill>
                  <a:schemeClr val="accent1"/>
                </a:solidFill>
                <a:latin typeface="Ropa Sans"/>
                <a:ea typeface="Ropa Sans"/>
                <a:cs typeface="Ropa Sans"/>
                <a:sym typeface="Ropa Sans"/>
              </a:endParaRPr>
            </a:p>
          </p:txBody>
        </p:sp>
      </p:grpSp>
      <p:sp>
        <p:nvSpPr>
          <p:cNvPr id="1033" name="Google Shape;1033;p34"/>
          <p:cNvSpPr/>
          <p:nvPr/>
        </p:nvSpPr>
        <p:spPr>
          <a:xfrm>
            <a:off x="278600" y="791800"/>
            <a:ext cx="2398500" cy="1887000"/>
          </a:xfrm>
          <a:prstGeom prst="roundRect">
            <a:avLst>
              <a:gd fmla="val 7723" name="adj"/>
            </a:avLst>
          </a:prstGeom>
          <a:solidFill>
            <a:srgbClr val="EDF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4"/>
          <p:cNvSpPr txBox="1"/>
          <p:nvPr/>
        </p:nvSpPr>
        <p:spPr>
          <a:xfrm>
            <a:off x="682187" y="866800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035" name="Google Shape;1035;p34"/>
          <p:cNvSpPr txBox="1"/>
          <p:nvPr/>
        </p:nvSpPr>
        <p:spPr>
          <a:xfrm>
            <a:off x="442500" y="1109000"/>
            <a:ext cx="1949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M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ódulo para múltiples banners o campañas.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Banners informativos o interactivos.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Segundo nivel de jerarquía en la página. 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máx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3 banners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Imagen al 100%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1036" name="Google Shape;1036;p34" title="Defaul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5044" y="866775"/>
            <a:ext cx="274182" cy="2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34"/>
          <p:cNvSpPr/>
          <p:nvPr/>
        </p:nvSpPr>
        <p:spPr>
          <a:xfrm>
            <a:off x="278600" y="2832000"/>
            <a:ext cx="2398500" cy="2040900"/>
          </a:xfrm>
          <a:prstGeom prst="roundRect">
            <a:avLst>
              <a:gd fmla="val 7723" name="adj"/>
            </a:avLst>
          </a:prstGeom>
          <a:solidFill>
            <a:srgbClr val="FA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4"/>
          <p:cNvSpPr txBox="1"/>
          <p:nvPr/>
        </p:nvSpPr>
        <p:spPr>
          <a:xfrm>
            <a:off x="682187" y="3004452"/>
            <a:ext cx="171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31100" spcFirstLastPara="1" rIns="31100" wrap="square" tIns="3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Dont´s</a:t>
            </a:r>
            <a:endParaRPr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pic>
        <p:nvPicPr>
          <p:cNvPr id="1039" name="Google Shape;1039;p34" title="Default Copia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4350" y="3009903"/>
            <a:ext cx="264867" cy="26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34"/>
          <p:cNvSpPr txBox="1"/>
          <p:nvPr/>
        </p:nvSpPr>
        <p:spPr>
          <a:xfrm>
            <a:off x="442500" y="3249046"/>
            <a:ext cx="212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- 1 solo banner.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como banner principal.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usar al final de una p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ágina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- No repetir informaci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ón</a:t>
            </a:r>
            <a:r>
              <a:rPr lang="es" sz="1000">
                <a:solidFill>
                  <a:srgbClr val="666666"/>
                </a:solidFill>
                <a:latin typeface="Ropa Sans"/>
                <a:ea typeface="Ropa Sans"/>
                <a:cs typeface="Ropa Sans"/>
                <a:sym typeface="Ropa Sans"/>
              </a:rPr>
              <a:t> de un mismo tema en medio de los banners.</a:t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35"/>
          <p:cNvSpPr txBox="1"/>
          <p:nvPr>
            <p:ph type="title"/>
          </p:nvPr>
        </p:nvSpPr>
        <p:spPr>
          <a:xfrm>
            <a:off x="311700" y="445025"/>
            <a:ext cx="601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220">
                <a:solidFill>
                  <a:schemeClr val="dk2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Recomendaciones de uso - Mini banner</a:t>
            </a:r>
            <a:endParaRPr b="1" sz="2220">
              <a:solidFill>
                <a:schemeClr val="dk2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046" name="Google Shape;1046;p35"/>
          <p:cNvSpPr txBox="1"/>
          <p:nvPr>
            <p:ph idx="1" type="body"/>
          </p:nvPr>
        </p:nvSpPr>
        <p:spPr>
          <a:xfrm>
            <a:off x="7079500" y="499625"/>
            <a:ext cx="1681500" cy="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>
                <a:latin typeface="Encode Sans Condensed"/>
                <a:ea typeface="Encode Sans Condensed"/>
                <a:cs typeface="Encode Sans Condensed"/>
                <a:sym typeface="Encode Sans Condensed"/>
              </a:rPr>
              <a:t>Cookies</a:t>
            </a:r>
            <a:endParaRPr sz="1400"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047" name="Google Shape;1047;p35"/>
          <p:cNvSpPr txBox="1"/>
          <p:nvPr/>
        </p:nvSpPr>
        <p:spPr>
          <a:xfrm>
            <a:off x="401600" y="1744750"/>
            <a:ext cx="39282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E06666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Dont’s:</a:t>
            </a:r>
            <a:endParaRPr b="1" sz="1600">
              <a:solidFill>
                <a:srgbClr val="E06666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D5156"/>
                </a:solidFill>
                <a:highlight>
                  <a:srgbClr val="FFFFFF"/>
                </a:highlight>
              </a:rPr>
              <a:t>❌ </a:t>
            </a:r>
            <a:r>
              <a:rPr lang="es">
                <a:solidFill>
                  <a:srgbClr val="595959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Usar más de 3 banners con diferentes campañas</a:t>
            </a:r>
            <a:endParaRPr>
              <a:solidFill>
                <a:srgbClr val="595959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Usar animaciones excesivas</a:t>
            </a:r>
            <a:endParaRPr>
              <a:solidFill>
                <a:srgbClr val="595959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Ubicar en una zona de difícil acceso</a:t>
            </a:r>
            <a:endParaRPr>
              <a:solidFill>
                <a:srgbClr val="595959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95959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No debe llevar más de 1 CTA</a:t>
            </a:r>
            <a:endParaRPr>
              <a:solidFill>
                <a:srgbClr val="595959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pic>
        <p:nvPicPr>
          <p:cNvPr id="1048" name="Google Shape;10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045000"/>
            <a:ext cx="4549400" cy="16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